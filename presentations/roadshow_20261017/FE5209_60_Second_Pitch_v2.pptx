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e28384598d740ee" /><Relationship Type="http://schemas.openxmlformats.org/officeDocument/2006/relationships/extended-properties" Target="/docProps/app.xml" Id="R715e38ffc3a843a6" /><Relationship Type="http://schemas.openxmlformats.org/officeDocument/2006/relationships/officeDocument" Target="/ppt/presentation.xml" Id="R66bbe34a7d5d495a" /></Relationships>
</file>

<file path=ppt/presentation.xml><?xml version="1.0" encoding="utf-8"?>
<p:presentation xmlns:p="http://schemas.openxmlformats.org/presentationml/2006/main">
  <p:sldMasterIdLst>
    <p:sldMasterId xmlns:r="http://schemas.openxmlformats.org/officeDocument/2006/relationships" id="2147483648" r:id="R63a3eb69a02c4f45"/>
  </p:sldMasterIdLst>
  <p:notesMasterIdLst>
    <p:notesMasterId xmlns:r="http://schemas.openxmlformats.org/officeDocument/2006/relationships" r:id="Rdf0665c0ca1742c5"/>
  </p:notesMasterIdLst>
  <p:sldIdLst>
    <p:sldId xmlns:r="http://schemas.openxmlformats.org/officeDocument/2006/relationships" id="256" r:id="Rc9e387ff7bee4879"/>
    <p:sldId xmlns:r="http://schemas.openxmlformats.org/officeDocument/2006/relationships" id="257" r:id="Rd99f9552415243cb"/>
    <p:sldId xmlns:r="http://schemas.openxmlformats.org/officeDocument/2006/relationships" id="258" r:id="Rdc9e71176e264a72"/>
    <p:sldId xmlns:r="http://schemas.openxmlformats.org/officeDocument/2006/relationships" id="259" r:id="Rd451cbffb3ec4dd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aa8b1bf1aea4967" /><Relationship Type="http://schemas.openxmlformats.org/officeDocument/2006/relationships/slideMaster" Target="/ppt/slideMasters/slideMaster1.xml" Id="R63a3eb69a02c4f45" /><Relationship Type="http://schemas.openxmlformats.org/officeDocument/2006/relationships/notesMaster" Target="/ppt/notesMasters/notesMaster1.xml" Id="Rdf0665c0ca1742c5" /><Relationship Type="http://schemas.openxmlformats.org/officeDocument/2006/relationships/presProps" Target="/ppt/presProps.xml" Id="Rdf21386a1727477d" /><Relationship Type="http://schemas.openxmlformats.org/officeDocument/2006/relationships/tableStyles" Target="/ppt/tableStyles.xml" Id="R7820319271f7408d" /><Relationship Type="http://schemas.openxmlformats.org/officeDocument/2006/relationships/slide" Target="/ppt/slides/slide1.xml" Id="Rc9e387ff7bee4879" /><Relationship Type="http://schemas.openxmlformats.org/officeDocument/2006/relationships/slide" Target="/ppt/slides/slide2.xml" Id="Rd99f9552415243cb" /><Relationship Type="http://schemas.openxmlformats.org/officeDocument/2006/relationships/slide" Target="/ppt/slides/slide3.xml" Id="Rdc9e71176e264a72" /><Relationship Type="http://schemas.openxmlformats.org/officeDocument/2006/relationships/slide" Target="/ppt/slides/slide4.xml" Id="Rd451cbffb3ec4d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d59e1b8c15487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a33de2f10e4e31" /><Relationship Type="http://schemas.openxmlformats.org/officeDocument/2006/relationships/notesMaster" Target="/ppt/notesMasters/notesMaster1.xml" Id="R4ab7522878a747ea"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120777fbb14eb8" /><Relationship Type="http://schemas.openxmlformats.org/officeDocument/2006/relationships/notesMaster" Target="/ppt/notesMasters/notesMaster1.xml" Id="R46f012401a654b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a1c25329a6d54b05" /><Relationship Type="http://schemas.openxmlformats.org/officeDocument/2006/relationships/notesMaster" Target="/ppt/notesMasters/notesMaster1.xml" Id="R1d3a62b772fa45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bc66a0f89564495" /><Relationship Type="http://schemas.openxmlformats.org/officeDocument/2006/relationships/notesMaster" Target="/ppt/notesMasters/notesMaster1.xml" Id="Rcad6e26faa01450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 seconds</a:t>
            </a:r>
          </a:p>
          <a:p xmlns:a="http://schemas.openxmlformats.org/drawingml/2006/main">
            <a:r>
              <a:t/>
            </a:r>
          </a:p>
          <a:p xmlns:a="http://schemas.openxmlformats.org/drawingml/2006/main">
            <a:r>
              <a:t>Investors face a familiar problem: one trading style can struggle when markets change, while separate reports hide the portfolio’s combined risks.</a:t>
            </a:r>
          </a:p>
          <a:p xmlns:a="http://schemas.openxmlformats.org/drawingml/2006/main">
            <a:r>
              <a:t/>
            </a:r>
          </a:p>
          <a:p xmlns:a="http://schemas.openxmlformats.org/drawingml/2006/main">
            <a:r>
              <a:t>Working descriptive title. Academic paper proposal.</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10–25 seconds</a:t>
            </a:r>
          </a:p>
          <a:p xmlns:a="http://schemas.openxmlformats.org/drawingml/2006/main">
            <a:r>
              <a:t/>
            </a:r>
          </a:p>
          <a:p xmlns:a="http://schemas.openxmlformats.org/drawingml/2006/main">
            <a:r>
              <a:t>Our proposed five-million-dollar paper fund combines equity momentum, daily pairs trading and crypto. An Investment Committee sets PM mandates under a human Board. AI representatives would investigate diagnostics and explain the evidence.</a:t>
            </a:r>
          </a:p>
          <a:p xmlns:a="http://schemas.openxmlformats.org/drawingml/2006/main">
            <a:r>
              <a:t/>
            </a:r>
          </a:p>
          <a:p xmlns:a="http://schemas.openxmlformats.org/drawingml/2006/main">
            <a:r>
              <a:t>Allocation is illustrative. Board oversight, AI representatives and committee presentation roles are proposed. Current momentum mandate stays in cash.</a:t>
            </a:r>
          </a:p>
          <a:p xmlns:a="http://schemas.openxmlformats.org/drawingml/2006/main">
            <a:r>
              <a:t/>
            </a:r>
          </a:p>
          <a:p xmlns:a="http://schemas.openxmlformats.org/drawingml/2006/main">
            <a:r>
              <a:t>Repository source: fund_agents/README.md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25–45 seconds</a:t>
            </a:r>
          </a:p>
          <a:p xmlns:a="http://schemas.openxmlformats.org/drawingml/2006/main">
            <a:r>
              <a:t/>
            </a:r>
          </a:p>
          <a:p xmlns:a="http://schemas.openxmlformats.org/drawingml/2006/main">
            <a:r>
              <a:t>Our local prototype connects crypto and pairs with independent risk checks. The prototype records intentions, with zero fills. Historical crypto validation returned 10.09 percent after modelled turnover costs, versus 10.77 percent for equal-weight bitcoin and ether. Full-fund results remain pending.</a:t>
            </a:r>
          </a:p>
          <a:p xmlns:a="http://schemas.openxmlformats.org/drawingml/2006/main">
            <a:r>
              <a:t/>
            </a:r>
          </a:p>
          <a:p xmlns:a="http://schemas.openxmlformats.org/drawingml/2006/main">
            <a:r>
              <a:t>The historical baseline belongs to the separate daily portfolio workflow. It trails the equal-weight benchmark. The integrated prototype records intentions with zero fills and no consolidated P&amp;L.</a:t>
            </a:r>
          </a:p>
          <a:p xmlns:a="http://schemas.openxmlformats.org/drawingml/2006/main">
            <a:r>
              <a:t/>
            </a:r>
          </a:p>
          <a:p xmlns:a="http://schemas.openxmlformats.org/drawingml/2006/main">
            <a:r>
              <a:t>Repository source: reports/daily_portfolio/research_report.md</a:t>
            </a:r>
          </a:p>
          <a:p xmlns:a="http://schemas.openxmlformats.org/drawingml/2006/main">
            <a:r>
              <a:t>Repository source: reports/fund_agents/integration_report.md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45–60 seconds</a:t>
            </a:r>
          </a:p>
          <a:p xmlns:a="http://schemas.openxmlformats.org/drawingml/2006/main">
            <a:r>
              <a:t/>
            </a:r>
          </a:p>
          <a:p xmlns:a="http://schemas.openxmlformats.org/drawingml/2006/main">
            <a:r>
              <a:t>We invite you to assess a transparent paper pilot: inspect every proposal, challenge every explanation, and judge the final out-of-sample results. The goal is a fund you can understand and audit.</a:t>
            </a:r>
          </a:p>
          <a:p xmlns:a="http://schemas.openxmlformats.org/drawingml/2006/main">
            <a:r>
              <a:t/>
            </a:r>
          </a:p>
          <a:p xmlns:a="http://schemas.openxmlformats.org/drawingml/2006/main">
            <a:r>
              <a:t>Invite evaluation by classmates. Make no promise of returns. Use the final team name and member details when supplied.</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efb35b343dc476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448a26fbda849f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0b79e4036604db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deea53b1120479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13d24bfffdc495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78d87ee4e86434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CEEC067-9F06-4334-9D9C-FA57667B2C7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C0964A6-12F1-4B1F-B8D6-5F67F8ECA5F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054E805-1F14-4C92-9373-B3B54FF5E86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52537D-483D-4741-9F96-5D00EB34C63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18D5723-FC22-4737-96DD-2DDC2A57EEA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F05B6C3-67DC-423F-89D1-2A3B988ABD7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D141D5A-82C4-4614-AD5D-77CEF64A941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6928990-A656-46E7-B68E-A3598166718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3953AD7-652A-4FBB-8DAC-33E593A2C67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17C3541-FB82-47B5-8C87-25E04BA53D4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30ed5d89975465a" /><Relationship Type="http://schemas.openxmlformats.org/officeDocument/2006/relationships/slideLayout" Target="/ppt/slideLayouts/slideLayout1.xml" Id="R91ddb51a1a0849cf" /><Relationship Type="http://schemas.openxmlformats.org/officeDocument/2006/relationships/slideLayout" Target="/ppt/slideLayouts/slideLayout2.xml" Id="R88e8b9f3c0fc40ff" /><Relationship Type="http://schemas.openxmlformats.org/officeDocument/2006/relationships/slideLayout" Target="/ppt/slideLayouts/slideLayout3.xml" Id="Rc32f33d19b7e44e3" /><Relationship Type="http://schemas.openxmlformats.org/officeDocument/2006/relationships/slideLayout" Target="/ppt/slideLayouts/slideLayout4.xml" Id="R8f2dd1ae9f064a40" /><Relationship Type="http://schemas.openxmlformats.org/officeDocument/2006/relationships/slideLayout" Target="/ppt/slideLayouts/slideLayout5.xml" Id="Rbaeb3949ab7a4840" /><Relationship Type="http://schemas.openxmlformats.org/officeDocument/2006/relationships/slideLayout" Target="/ppt/slideLayouts/slideLayout6.xml" Id="Rcb7d810f8d794e2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1ddb51a1a0849cf"/>
    <p:sldLayoutId xmlns:r="http://schemas.openxmlformats.org/officeDocument/2006/relationships" id="2147483650" r:id="R88e8b9f3c0fc40ff"/>
    <p:sldLayoutId xmlns:r="http://schemas.openxmlformats.org/officeDocument/2006/relationships" id="2147483651" r:id="Rc32f33d19b7e44e3"/>
    <p:sldLayoutId xmlns:r="http://schemas.openxmlformats.org/officeDocument/2006/relationships" id="2147483652" r:id="R8f2dd1ae9f064a40"/>
    <p:sldLayoutId xmlns:r="http://schemas.openxmlformats.org/officeDocument/2006/relationships" id="2147483653" r:id="Rbaeb3949ab7a4840"/>
    <p:sldLayoutId xmlns:r="http://schemas.openxmlformats.org/officeDocument/2006/relationships" id="2147483654" r:id="Rcb7d810f8d794e2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cba6b1821294fb8" /><Relationship Type="http://schemas.openxmlformats.org/officeDocument/2006/relationships/notesSlide" Target="/ppt/notesSlides/notesSlide1.xml" Id="R218dd88049b84b7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e13ad22dcc94017" /><Relationship Type="http://schemas.openxmlformats.org/officeDocument/2006/relationships/notesSlide" Target="/ppt/notesSlides/notesSlide2.xml" Id="R9b12a94694de4a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a6ad8eedf6241fb" /><Relationship Type="http://schemas.openxmlformats.org/officeDocument/2006/relationships/notesSlide" Target="/ppt/notesSlides/notesSlide3.xml" Id="R51e416c8255f40a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bfb1230b1b1496d" /><Relationship Type="http://schemas.openxmlformats.org/officeDocument/2006/relationships/notesSlide" Target="/ppt/notesSlides/notesSlide4.xml" Id="R4dc9ecaa37334c9c" /></Relationships>
</file>

<file path=ppt/slides/slide1.xml><?xml version="1.0" encoding="utf-8"?>
<p:sld xmlns:p="http://schemas.openxmlformats.org/presentationml/2006/main">
  <p:cSld>
    <p:bg>
      <p:bgPr>
        <a:solidFill xmlns:a="http://schemas.openxmlformats.org/drawingml/2006/main">
          <a:srgbClr val="162A3A"/>
        </a:solidFill>
      </p:bgPr>
    </p:bg>
    <p:spTree>
      <p:nvGrpSpPr>
        <p:cNvPr id="1" name=""/>
        <p:cNvGrpSpPr/>
        <p:nvPr/>
      </p:nvGrpSpPr>
      <p:grpSpPr>
        <a:xfrm xmlns:a="http://schemas.openxmlformats.org/drawingml/2006/main"/>
      </p:grpSpPr>
      <p:sp>
        <p:nvSpPr>
          <p:cNvPr id="5" name="A fund you can inspect">
            <a:extLst xmlns:a="http://schemas.openxmlformats.org/drawingml/2006/main">
              <a:ext uri="{FF2B5EF4-FFF2-40B4-BE49-F238E27FC236}">
                <a16:creationId xmlns:a16="http://schemas.microsoft.com/office/drawing/2014/main" id="{6535F3A1-62C5-40A7-9B86-39EA8AAFAB8C}"/>
              </a:ext>
            </a:extLst>
          </p:cNvPr>
          <p:cNvSpPr>
            <a:spLocks xmlns:a="http://schemas.openxmlformats.org/drawingml/2006/main" noGrp="1"/>
          </p:cNvSpPr>
          <p:nvPr/>
        </p:nvSpPr>
        <p:spPr>
          <a:xfrm xmlns:a="http://schemas.openxmlformats.org/drawingml/2006/main">
            <a:off x="685800" y="17430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FFFFFF"/>
                </a:solidFill>
                <a:latin typeface="Arial"/>
                <a:ea typeface="Arial"/>
                <a:cs typeface="Arial"/>
              </a:defRPr>
            </a:defPPr>
            <a:lvl1pPr algn="l">
              <a:defRPr sz="4800" b="1">
                <a:solidFill>
                  <a:srgbClr val="FFFFFF"/>
                </a:solidFill>
                <a:latin typeface="Arial"/>
                <a:ea typeface="Arial"/>
                <a:cs typeface="Arial"/>
              </a:defRPr>
            </a:lvl1pPr>
            <a:lvl2pPr algn="l">
              <a:defRPr sz="4800" b="1">
                <a:solidFill>
                  <a:srgbClr val="FFFFFF"/>
                </a:solidFill>
                <a:latin typeface="Arial"/>
                <a:ea typeface="Arial"/>
                <a:cs typeface="Arial"/>
              </a:defRPr>
            </a:lvl2pPr>
            <a:lvl3pPr algn="l">
              <a:defRPr sz="4800" b="1">
                <a:solidFill>
                  <a:srgbClr val="FFFFFF"/>
                </a:solidFill>
                <a:latin typeface="Arial"/>
                <a:ea typeface="Arial"/>
                <a:cs typeface="Arial"/>
              </a:defRPr>
            </a:lvl3pPr>
            <a:lvl4pPr algn="l">
              <a:defRPr sz="4800" b="1">
                <a:solidFill>
                  <a:srgbClr val="FFFFFF"/>
                </a:solidFill>
                <a:latin typeface="Arial"/>
                <a:ea typeface="Arial"/>
                <a:cs typeface="Arial"/>
              </a:defRPr>
            </a:lvl4pPr>
            <a:lvl5pPr algn="l">
              <a:defRPr sz="4800" b="1">
                <a:solidFill>
                  <a:srgbClr val="FFFFFF"/>
                </a:solidFill>
                <a:latin typeface="Arial"/>
                <a:ea typeface="Arial"/>
                <a:cs typeface="Arial"/>
              </a:defRPr>
            </a:lvl5pPr>
            <a:lvl6pPr algn="l">
              <a:defRPr sz="4800" b="1">
                <a:solidFill>
                  <a:srgbClr val="FFFFFF"/>
                </a:solidFill>
                <a:latin typeface="Arial"/>
                <a:ea typeface="Arial"/>
                <a:cs typeface="Arial"/>
              </a:defRPr>
            </a:lvl6pPr>
            <a:lvl7pPr algn="l">
              <a:defRPr sz="4800" b="1">
                <a:solidFill>
                  <a:srgbClr val="FFFFFF"/>
                </a:solidFill>
                <a:latin typeface="Arial"/>
                <a:ea typeface="Arial"/>
                <a:cs typeface="Arial"/>
              </a:defRPr>
            </a:lvl7pPr>
            <a:lvl8pPr algn="l">
              <a:defRPr sz="4800" b="1">
                <a:solidFill>
                  <a:srgbClr val="FFFFFF"/>
                </a:solidFill>
                <a:latin typeface="Arial"/>
                <a:ea typeface="Arial"/>
                <a:cs typeface="Arial"/>
              </a:defRPr>
            </a:lvl8pPr>
            <a:lvl9pPr algn="l">
              <a:defRPr sz="4800" b="1">
                <a:solidFill>
                  <a:srgbClr val="FFFFFF"/>
                </a:solidFill>
                <a:latin typeface="Arial"/>
                <a:ea typeface="Arial"/>
                <a:cs typeface="Arial"/>
              </a:defRPr>
            </a:lvl9pPr>
          </a:lstStyle>
          <a:p xmlns:a="http://schemas.openxmlformats.org/drawingml/2006/main">
            <a:pPr algn="l">
              <a:defRPr sz="4800" b="1">
                <a:solidFill>
                  <a:srgbClr val="FFFFFF"/>
                </a:solidFill>
                <a:latin typeface="Arial"/>
                <a:ea typeface="Arial"/>
                <a:cs typeface="Arial"/>
              </a:defRPr>
            </a:pPr>
            <a:r>
              <a:rPr sz="4800" b="1">
                <a:solidFill>
                  <a:srgbClr val="FFFFFF"/>
                </a:solidFill>
                <a:latin typeface="Arial"/>
                <a:ea typeface="Arial"/>
                <a:cs typeface="Arial"/>
              </a:rPr>
              <a:t>A fund you can inspect</a:t>
            </a:r>
          </a:p>
        </p:txBody>
      </p:sp>
      <p:sp>
        <p:nvSpPr>
          <p:cNvPr id="2" name="Three PM Quant Fund">
            <a:extLst xmlns:a="http://schemas.openxmlformats.org/drawingml/2006/main">
              <a:ext uri="{FF2B5EF4-FFF2-40B4-BE49-F238E27FC236}">
                <a16:creationId xmlns:a16="http://schemas.microsoft.com/office/drawing/2014/main" id="{BE3AB39B-9110-4894-99C9-C185F8F4532C}"/>
              </a:ext>
            </a:extLst>
          </p:cNvPr>
          <p:cNvSpPr>
            <a:spLocks xmlns:a="http://schemas.openxmlformats.org/drawingml/2006/main" noGrp="1"/>
          </p:cNvSpPr>
          <p:nvPr/>
        </p:nvSpPr>
        <p:spPr>
          <a:xfrm xmlns:a="http://schemas.openxmlformats.org/drawingml/2006/main">
            <a:off x="685800" y="31908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C9E1E8"/>
                </a:solidFill>
                <a:latin typeface="Arial"/>
                <a:ea typeface="Arial"/>
                <a:cs typeface="Arial"/>
              </a:defRPr>
            </a:defPPr>
            <a:lvl1pPr algn="l">
              <a:defRPr sz="2625" b="0">
                <a:solidFill>
                  <a:srgbClr val="C9E1E8"/>
                </a:solidFill>
                <a:latin typeface="Arial"/>
                <a:ea typeface="Arial"/>
                <a:cs typeface="Arial"/>
              </a:defRPr>
            </a:lvl1pPr>
            <a:lvl2pPr algn="l">
              <a:defRPr sz="2625" b="0">
                <a:solidFill>
                  <a:srgbClr val="C9E1E8"/>
                </a:solidFill>
                <a:latin typeface="Arial"/>
                <a:ea typeface="Arial"/>
                <a:cs typeface="Arial"/>
              </a:defRPr>
            </a:lvl2pPr>
            <a:lvl3pPr algn="l">
              <a:defRPr sz="2625" b="0">
                <a:solidFill>
                  <a:srgbClr val="C9E1E8"/>
                </a:solidFill>
                <a:latin typeface="Arial"/>
                <a:ea typeface="Arial"/>
                <a:cs typeface="Arial"/>
              </a:defRPr>
            </a:lvl3pPr>
            <a:lvl4pPr algn="l">
              <a:defRPr sz="2625" b="0">
                <a:solidFill>
                  <a:srgbClr val="C9E1E8"/>
                </a:solidFill>
                <a:latin typeface="Arial"/>
                <a:ea typeface="Arial"/>
                <a:cs typeface="Arial"/>
              </a:defRPr>
            </a:lvl4pPr>
            <a:lvl5pPr algn="l">
              <a:defRPr sz="2625" b="0">
                <a:solidFill>
                  <a:srgbClr val="C9E1E8"/>
                </a:solidFill>
                <a:latin typeface="Arial"/>
                <a:ea typeface="Arial"/>
                <a:cs typeface="Arial"/>
              </a:defRPr>
            </a:lvl5pPr>
            <a:lvl6pPr algn="l">
              <a:defRPr sz="2625" b="0">
                <a:solidFill>
                  <a:srgbClr val="C9E1E8"/>
                </a:solidFill>
                <a:latin typeface="Arial"/>
                <a:ea typeface="Arial"/>
                <a:cs typeface="Arial"/>
              </a:defRPr>
            </a:lvl6pPr>
            <a:lvl7pPr algn="l">
              <a:defRPr sz="2625" b="0">
                <a:solidFill>
                  <a:srgbClr val="C9E1E8"/>
                </a:solidFill>
                <a:latin typeface="Arial"/>
                <a:ea typeface="Arial"/>
                <a:cs typeface="Arial"/>
              </a:defRPr>
            </a:lvl7pPr>
            <a:lvl8pPr algn="l">
              <a:defRPr sz="2625" b="0">
                <a:solidFill>
                  <a:srgbClr val="C9E1E8"/>
                </a:solidFill>
                <a:latin typeface="Arial"/>
                <a:ea typeface="Arial"/>
                <a:cs typeface="Arial"/>
              </a:defRPr>
            </a:lvl8pPr>
            <a:lvl9pPr algn="l">
              <a:defRPr sz="2625" b="0">
                <a:solidFill>
                  <a:srgbClr val="C9E1E8"/>
                </a:solidFill>
                <a:latin typeface="Arial"/>
                <a:ea typeface="Arial"/>
                <a:cs typeface="Arial"/>
              </a:defRPr>
            </a:lvl9pPr>
          </a:lstStyle>
          <a:p xmlns:a="http://schemas.openxmlformats.org/drawingml/2006/main">
            <a:pPr algn="l">
              <a:defRPr sz="2625" b="0">
                <a:solidFill>
                  <a:srgbClr val="C9E1E8"/>
                </a:solidFill>
                <a:latin typeface="Arial"/>
                <a:ea typeface="Arial"/>
                <a:cs typeface="Arial"/>
              </a:defRPr>
            </a:pPr>
            <a:r>
              <a:rPr sz="2625" b="0">
                <a:solidFill>
                  <a:srgbClr val="C9E1E8"/>
                </a:solidFill>
                <a:latin typeface="Arial"/>
                <a:ea typeface="Arial"/>
                <a:cs typeface="Arial"/>
              </a:rPr>
              <a:t>Three PM Quant Fund</a:t>
            </a:r>
          </a:p>
        </p:txBody>
      </p:sp>
      <p:sp>
        <p:nvSpPr>
          <p:cNvPr id="3" name="One paper fund with a shared view of risk">
            <a:extLst xmlns:a="http://schemas.openxmlformats.org/drawingml/2006/main">
              <a:ext uri="{FF2B5EF4-FFF2-40B4-BE49-F238E27FC236}">
                <a16:creationId xmlns:a16="http://schemas.microsoft.com/office/drawing/2014/main" id="{5B77250B-2654-4E59-AECE-394CBC0E059E}"/>
              </a:ext>
            </a:extLst>
          </p:cNvPr>
          <p:cNvSpPr>
            <a:spLocks xmlns:a="http://schemas.openxmlformats.org/drawingml/2006/main" noGrp="1"/>
          </p:cNvSpPr>
          <p:nvPr/>
        </p:nvSpPr>
        <p:spPr>
          <a:xfrm xmlns:a="http://schemas.openxmlformats.org/drawingml/2006/main">
            <a:off x="685800" y="425767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FFFFFF"/>
                </a:solidFill>
                <a:latin typeface="Arial"/>
                <a:ea typeface="Arial"/>
                <a:cs typeface="Arial"/>
              </a:defRPr>
            </a:defPPr>
            <a:lvl1pPr algn="l">
              <a:defRPr sz="2325" b="0">
                <a:solidFill>
                  <a:srgbClr val="FFFFFF"/>
                </a:solidFill>
                <a:latin typeface="Arial"/>
                <a:ea typeface="Arial"/>
                <a:cs typeface="Arial"/>
              </a:defRPr>
            </a:lvl1pPr>
            <a:lvl2pPr algn="l">
              <a:defRPr sz="2325" b="0">
                <a:solidFill>
                  <a:srgbClr val="FFFFFF"/>
                </a:solidFill>
                <a:latin typeface="Arial"/>
                <a:ea typeface="Arial"/>
                <a:cs typeface="Arial"/>
              </a:defRPr>
            </a:lvl2pPr>
            <a:lvl3pPr algn="l">
              <a:defRPr sz="2325" b="0">
                <a:solidFill>
                  <a:srgbClr val="FFFFFF"/>
                </a:solidFill>
                <a:latin typeface="Arial"/>
                <a:ea typeface="Arial"/>
                <a:cs typeface="Arial"/>
              </a:defRPr>
            </a:lvl3pPr>
            <a:lvl4pPr algn="l">
              <a:defRPr sz="2325" b="0">
                <a:solidFill>
                  <a:srgbClr val="FFFFFF"/>
                </a:solidFill>
                <a:latin typeface="Arial"/>
                <a:ea typeface="Arial"/>
                <a:cs typeface="Arial"/>
              </a:defRPr>
            </a:lvl4pPr>
            <a:lvl5pPr algn="l">
              <a:defRPr sz="2325" b="0">
                <a:solidFill>
                  <a:srgbClr val="FFFFFF"/>
                </a:solidFill>
                <a:latin typeface="Arial"/>
                <a:ea typeface="Arial"/>
                <a:cs typeface="Arial"/>
              </a:defRPr>
            </a:lvl5pPr>
            <a:lvl6pPr algn="l">
              <a:defRPr sz="2325" b="0">
                <a:solidFill>
                  <a:srgbClr val="FFFFFF"/>
                </a:solidFill>
                <a:latin typeface="Arial"/>
                <a:ea typeface="Arial"/>
                <a:cs typeface="Arial"/>
              </a:defRPr>
            </a:lvl6pPr>
            <a:lvl7pPr algn="l">
              <a:defRPr sz="2325" b="0">
                <a:solidFill>
                  <a:srgbClr val="FFFFFF"/>
                </a:solidFill>
                <a:latin typeface="Arial"/>
                <a:ea typeface="Arial"/>
                <a:cs typeface="Arial"/>
              </a:defRPr>
            </a:lvl7pPr>
            <a:lvl8pPr algn="l">
              <a:defRPr sz="2325" b="0">
                <a:solidFill>
                  <a:srgbClr val="FFFFFF"/>
                </a:solidFill>
                <a:latin typeface="Arial"/>
                <a:ea typeface="Arial"/>
                <a:cs typeface="Arial"/>
              </a:defRPr>
            </a:lvl8pPr>
            <a:lvl9pPr algn="l">
              <a:defRPr sz="2325" b="0">
                <a:solidFill>
                  <a:srgbClr val="FFFFFF"/>
                </a:solidFill>
                <a:latin typeface="Arial"/>
                <a:ea typeface="Arial"/>
                <a:cs typeface="Arial"/>
              </a:defRPr>
            </a:lvl9pPr>
          </a:lstStyle>
          <a:p xmlns:a="http://schemas.openxmlformats.org/drawingml/2006/main">
            <a:pPr algn="l">
              <a:defRPr sz="2325" b="0">
                <a:solidFill>
                  <a:srgbClr val="FFFFFF"/>
                </a:solidFill>
                <a:latin typeface="Arial"/>
                <a:ea typeface="Arial"/>
                <a:cs typeface="Arial"/>
              </a:defRPr>
            </a:pPr>
            <a:r>
              <a:rPr sz="2325" b="0">
                <a:solidFill>
                  <a:srgbClr val="FFFFFF"/>
                </a:solidFill>
                <a:latin typeface="Arial"/>
                <a:ea typeface="Arial"/>
                <a:cs typeface="Arial"/>
              </a:rPr>
              <a:t>One paper fund with a shared view of risk</a:t>
            </a:r>
          </a:p>
        </p:txBody>
      </p:sp>
      <p:sp>
        <p:nvSpPr>
          <p:cNvPr id="4" name="FE5209 academic project">
            <a:extLst xmlns:a="http://schemas.openxmlformats.org/drawingml/2006/main">
              <a:ext uri="{FF2B5EF4-FFF2-40B4-BE49-F238E27FC236}">
                <a16:creationId xmlns:a16="http://schemas.microsoft.com/office/drawing/2014/main" id="{87CC434B-E511-4054-B417-8DB68CB990BD}"/>
              </a:ext>
            </a:extLst>
          </p:cNvPr>
          <p:cNvSpPr>
            <a:spLocks xmlns:a="http://schemas.openxmlformats.org/drawingml/2006/main" noGrp="1"/>
          </p:cNvSpPr>
          <p:nvPr/>
        </p:nvSpPr>
        <p:spPr>
          <a:xfrm xmlns:a="http://schemas.openxmlformats.org/drawingml/2006/main">
            <a:off x="685800" y="5857875"/>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9E1E8"/>
                </a:solidFill>
                <a:latin typeface="Arial"/>
                <a:ea typeface="Arial"/>
                <a:cs typeface="Arial"/>
              </a:defRPr>
            </a:defPPr>
            <a:lvl1pPr algn="l">
              <a:defRPr sz="1725" b="0">
                <a:solidFill>
                  <a:srgbClr val="C9E1E8"/>
                </a:solidFill>
                <a:latin typeface="Arial"/>
                <a:ea typeface="Arial"/>
                <a:cs typeface="Arial"/>
              </a:defRPr>
            </a:lvl1pPr>
            <a:lvl2pPr algn="l">
              <a:defRPr sz="1725" b="0">
                <a:solidFill>
                  <a:srgbClr val="C9E1E8"/>
                </a:solidFill>
                <a:latin typeface="Arial"/>
                <a:ea typeface="Arial"/>
                <a:cs typeface="Arial"/>
              </a:defRPr>
            </a:lvl2pPr>
            <a:lvl3pPr algn="l">
              <a:defRPr sz="1725" b="0">
                <a:solidFill>
                  <a:srgbClr val="C9E1E8"/>
                </a:solidFill>
                <a:latin typeface="Arial"/>
                <a:ea typeface="Arial"/>
                <a:cs typeface="Arial"/>
              </a:defRPr>
            </a:lvl3pPr>
            <a:lvl4pPr algn="l">
              <a:defRPr sz="1725" b="0">
                <a:solidFill>
                  <a:srgbClr val="C9E1E8"/>
                </a:solidFill>
                <a:latin typeface="Arial"/>
                <a:ea typeface="Arial"/>
                <a:cs typeface="Arial"/>
              </a:defRPr>
            </a:lvl4pPr>
            <a:lvl5pPr algn="l">
              <a:defRPr sz="1725" b="0">
                <a:solidFill>
                  <a:srgbClr val="C9E1E8"/>
                </a:solidFill>
                <a:latin typeface="Arial"/>
                <a:ea typeface="Arial"/>
                <a:cs typeface="Arial"/>
              </a:defRPr>
            </a:lvl5pPr>
            <a:lvl6pPr algn="l">
              <a:defRPr sz="1725" b="0">
                <a:solidFill>
                  <a:srgbClr val="C9E1E8"/>
                </a:solidFill>
                <a:latin typeface="Arial"/>
                <a:ea typeface="Arial"/>
                <a:cs typeface="Arial"/>
              </a:defRPr>
            </a:lvl6pPr>
            <a:lvl7pPr algn="l">
              <a:defRPr sz="1725" b="0">
                <a:solidFill>
                  <a:srgbClr val="C9E1E8"/>
                </a:solidFill>
                <a:latin typeface="Arial"/>
                <a:ea typeface="Arial"/>
                <a:cs typeface="Arial"/>
              </a:defRPr>
            </a:lvl7pPr>
            <a:lvl8pPr algn="l">
              <a:defRPr sz="1725" b="0">
                <a:solidFill>
                  <a:srgbClr val="C9E1E8"/>
                </a:solidFill>
                <a:latin typeface="Arial"/>
                <a:ea typeface="Arial"/>
                <a:cs typeface="Arial"/>
              </a:defRPr>
            </a:lvl8pPr>
            <a:lvl9pPr algn="l">
              <a:defRPr sz="1725" b="0">
                <a:solidFill>
                  <a:srgbClr val="C9E1E8"/>
                </a:solidFill>
                <a:latin typeface="Arial"/>
                <a:ea typeface="Arial"/>
                <a:cs typeface="Arial"/>
              </a:defRPr>
            </a:lvl9pPr>
          </a:lstStyle>
          <a:p xmlns:a="http://schemas.openxmlformats.org/drawingml/2006/main">
            <a:pPr algn="l">
              <a:defRPr sz="1725" b="0">
                <a:solidFill>
                  <a:srgbClr val="C9E1E8"/>
                </a:solidFill>
                <a:latin typeface="Arial"/>
                <a:ea typeface="Arial"/>
                <a:cs typeface="Arial"/>
              </a:defRPr>
            </a:pPr>
            <a:r>
              <a:rPr sz="1725" b="0">
                <a:solidFill>
                  <a:srgbClr val="C9E1E8"/>
                </a:solidFill>
                <a:latin typeface="Arial"/>
                <a:ea typeface="Arial"/>
                <a:cs typeface="Arial"/>
              </a:rPr>
              <a:t>FE5209 academic project</a:t>
            </a:r>
          </a:p>
        </p:txBody>
      </p:sp>
    </p:spTree>
    <p:extLst>
      <p:ext uri="{BB962C8B-B14F-4D97-AF65-F5344CB8AC3E}">
        <p14:creationId xmlns:p14="http://schemas.microsoft.com/office/powerpoint/2010/main" val="70365429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he proposed fund">
            <a:extLst xmlns:a="http://schemas.openxmlformats.org/drawingml/2006/main">
              <a:ext uri="{FF2B5EF4-FFF2-40B4-BE49-F238E27FC236}">
                <a16:creationId xmlns:a16="http://schemas.microsoft.com/office/drawing/2014/main" id="{77EBB8C7-78E1-4303-B519-F97FCB429057}"/>
              </a:ext>
            </a:extLst>
          </p:cNvPr>
          <p:cNvSpPr>
            <a:spLocks xmlns:a="http://schemas.openxmlformats.org/drawingml/2006/main" noGrp="1"/>
          </p:cNvSpPr>
          <p:nvPr/>
        </p:nvSpPr>
        <p:spPr>
          <a:xfrm xmlns:a="http://schemas.openxmlformats.org/drawingml/2006/main">
            <a:off x="685800" y="4572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A3A"/>
                </a:solidFill>
                <a:latin typeface="Arial"/>
                <a:ea typeface="Arial"/>
                <a:cs typeface="Arial"/>
              </a:defRPr>
            </a:defPPr>
            <a:lvl1pPr algn="l">
              <a:defRPr sz="3300" b="1">
                <a:solidFill>
                  <a:srgbClr val="162A3A"/>
                </a:solidFill>
                <a:latin typeface="Arial"/>
                <a:ea typeface="Arial"/>
                <a:cs typeface="Arial"/>
              </a:defRPr>
            </a:lvl1pPr>
            <a:lvl2pPr algn="l">
              <a:defRPr sz="3300" b="1">
                <a:solidFill>
                  <a:srgbClr val="162A3A"/>
                </a:solidFill>
                <a:latin typeface="Arial"/>
                <a:ea typeface="Arial"/>
                <a:cs typeface="Arial"/>
              </a:defRPr>
            </a:lvl2pPr>
            <a:lvl3pPr algn="l">
              <a:defRPr sz="3300" b="1">
                <a:solidFill>
                  <a:srgbClr val="162A3A"/>
                </a:solidFill>
                <a:latin typeface="Arial"/>
                <a:ea typeface="Arial"/>
                <a:cs typeface="Arial"/>
              </a:defRPr>
            </a:lvl3pPr>
            <a:lvl4pPr algn="l">
              <a:defRPr sz="3300" b="1">
                <a:solidFill>
                  <a:srgbClr val="162A3A"/>
                </a:solidFill>
                <a:latin typeface="Arial"/>
                <a:ea typeface="Arial"/>
                <a:cs typeface="Arial"/>
              </a:defRPr>
            </a:lvl4pPr>
            <a:lvl5pPr algn="l">
              <a:defRPr sz="3300" b="1">
                <a:solidFill>
                  <a:srgbClr val="162A3A"/>
                </a:solidFill>
                <a:latin typeface="Arial"/>
                <a:ea typeface="Arial"/>
                <a:cs typeface="Arial"/>
              </a:defRPr>
            </a:lvl5pPr>
            <a:lvl6pPr algn="l">
              <a:defRPr sz="3300" b="1">
                <a:solidFill>
                  <a:srgbClr val="162A3A"/>
                </a:solidFill>
                <a:latin typeface="Arial"/>
                <a:ea typeface="Arial"/>
                <a:cs typeface="Arial"/>
              </a:defRPr>
            </a:lvl6pPr>
            <a:lvl7pPr algn="l">
              <a:defRPr sz="3300" b="1">
                <a:solidFill>
                  <a:srgbClr val="162A3A"/>
                </a:solidFill>
                <a:latin typeface="Arial"/>
                <a:ea typeface="Arial"/>
                <a:cs typeface="Arial"/>
              </a:defRPr>
            </a:lvl7pPr>
            <a:lvl8pPr algn="l">
              <a:defRPr sz="3300" b="1">
                <a:solidFill>
                  <a:srgbClr val="162A3A"/>
                </a:solidFill>
                <a:latin typeface="Arial"/>
                <a:ea typeface="Arial"/>
                <a:cs typeface="Arial"/>
              </a:defRPr>
            </a:lvl8pPr>
            <a:lvl9pPr algn="l">
              <a:defRPr sz="3300" b="1">
                <a:solidFill>
                  <a:srgbClr val="162A3A"/>
                </a:solidFill>
                <a:latin typeface="Arial"/>
                <a:ea typeface="Arial"/>
                <a:cs typeface="Arial"/>
              </a:defRPr>
            </a:lvl9pPr>
          </a:lstStyle>
          <a:p xmlns:a="http://schemas.openxmlformats.org/drawingml/2006/main">
            <a:pPr algn="l">
              <a:defRPr sz="3300" b="1">
                <a:solidFill>
                  <a:srgbClr val="162A3A"/>
                </a:solidFill>
                <a:latin typeface="Arial"/>
                <a:ea typeface="Arial"/>
                <a:cs typeface="Arial"/>
              </a:defRPr>
            </a:pPr>
            <a:r>
              <a:rPr sz="3300" b="1">
                <a:solidFill>
                  <a:srgbClr val="162A3A"/>
                </a:solidFill>
                <a:latin typeface="Arial"/>
                <a:ea typeface="Arial"/>
                <a:cs typeface="Arial"/>
              </a:rPr>
              <a:t>The proposed fund</a:t>
            </a:r>
          </a:p>
        </p:txBody>
      </p:sp>
      <p:sp>
        <p:nvSpPr>
          <p:cNvPr id="2" name="10–25 seconds">
            <a:extLst xmlns:a="http://schemas.openxmlformats.org/drawingml/2006/main">
              <a:ext uri="{FF2B5EF4-FFF2-40B4-BE49-F238E27FC236}">
                <a16:creationId xmlns:a16="http://schemas.microsoft.com/office/drawing/2014/main" id="{858BC88E-CC71-4C19-BFFE-2F6E7C474755}"/>
              </a:ext>
            </a:extLst>
          </p:cNvPr>
          <p:cNvSpPr>
            <a:spLocks xmlns:a="http://schemas.openxmlformats.org/drawingml/2006/main" noGrp="1"/>
          </p:cNvSpPr>
          <p:nvPr/>
        </p:nvSpPr>
        <p:spPr>
          <a:xfrm xmlns:a="http://schemas.openxmlformats.org/drawingml/2006/main">
            <a:off x="685800" y="12001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476"/>
                </a:solidFill>
                <a:latin typeface="Arial"/>
                <a:ea typeface="Arial"/>
                <a:cs typeface="Arial"/>
              </a:defRPr>
            </a:defPPr>
            <a:lvl1pPr algn="l">
              <a:defRPr sz="1875" b="0">
                <a:solidFill>
                  <a:srgbClr val="516476"/>
                </a:solidFill>
                <a:latin typeface="Arial"/>
                <a:ea typeface="Arial"/>
                <a:cs typeface="Arial"/>
              </a:defRPr>
            </a:lvl1pPr>
            <a:lvl2pPr algn="l">
              <a:defRPr sz="1875" b="0">
                <a:solidFill>
                  <a:srgbClr val="516476"/>
                </a:solidFill>
                <a:latin typeface="Arial"/>
                <a:ea typeface="Arial"/>
                <a:cs typeface="Arial"/>
              </a:defRPr>
            </a:lvl2pPr>
            <a:lvl3pPr algn="l">
              <a:defRPr sz="1875" b="0">
                <a:solidFill>
                  <a:srgbClr val="516476"/>
                </a:solidFill>
                <a:latin typeface="Arial"/>
                <a:ea typeface="Arial"/>
                <a:cs typeface="Arial"/>
              </a:defRPr>
            </a:lvl3pPr>
            <a:lvl4pPr algn="l">
              <a:defRPr sz="1875" b="0">
                <a:solidFill>
                  <a:srgbClr val="516476"/>
                </a:solidFill>
                <a:latin typeface="Arial"/>
                <a:ea typeface="Arial"/>
                <a:cs typeface="Arial"/>
              </a:defRPr>
            </a:lvl4pPr>
            <a:lvl5pPr algn="l">
              <a:defRPr sz="1875" b="0">
                <a:solidFill>
                  <a:srgbClr val="516476"/>
                </a:solidFill>
                <a:latin typeface="Arial"/>
                <a:ea typeface="Arial"/>
                <a:cs typeface="Arial"/>
              </a:defRPr>
            </a:lvl5pPr>
            <a:lvl6pPr algn="l">
              <a:defRPr sz="1875" b="0">
                <a:solidFill>
                  <a:srgbClr val="516476"/>
                </a:solidFill>
                <a:latin typeface="Arial"/>
                <a:ea typeface="Arial"/>
                <a:cs typeface="Arial"/>
              </a:defRPr>
            </a:lvl6pPr>
            <a:lvl7pPr algn="l">
              <a:defRPr sz="1875" b="0">
                <a:solidFill>
                  <a:srgbClr val="516476"/>
                </a:solidFill>
                <a:latin typeface="Arial"/>
                <a:ea typeface="Arial"/>
                <a:cs typeface="Arial"/>
              </a:defRPr>
            </a:lvl7pPr>
            <a:lvl8pPr algn="l">
              <a:defRPr sz="1875" b="0">
                <a:solidFill>
                  <a:srgbClr val="516476"/>
                </a:solidFill>
                <a:latin typeface="Arial"/>
                <a:ea typeface="Arial"/>
                <a:cs typeface="Arial"/>
              </a:defRPr>
            </a:lvl8pPr>
            <a:lvl9pPr algn="l">
              <a:defRPr sz="1875" b="0">
                <a:solidFill>
                  <a:srgbClr val="516476"/>
                </a:solidFill>
                <a:latin typeface="Arial"/>
                <a:ea typeface="Arial"/>
                <a:cs typeface="Arial"/>
              </a:defRPr>
            </a:lvl9pPr>
          </a:lstStyle>
          <a:p xmlns:a="http://schemas.openxmlformats.org/drawingml/2006/main">
            <a:pPr algn="l">
              <a:defRPr sz="1875" b="0">
                <a:solidFill>
                  <a:srgbClr val="516476"/>
                </a:solidFill>
                <a:latin typeface="Arial"/>
                <a:ea typeface="Arial"/>
                <a:cs typeface="Arial"/>
              </a:defRPr>
            </a:pPr>
            <a:r>
              <a:rPr sz="1875" b="0">
                <a:solidFill>
                  <a:srgbClr val="516476"/>
                </a:solidFill>
                <a:latin typeface="Arial"/>
                <a:ea typeface="Arial"/>
                <a:cs typeface="Arial"/>
              </a:rPr>
              <a:t>10–25 seconds</a:t>
            </a:r>
          </a:p>
        </p:txBody>
      </p:sp>
      <p:sp>
        <p:nvSpPr>
          <p:cNvPr id="3" name="02">
            <a:extLst xmlns:a="http://schemas.openxmlformats.org/drawingml/2006/main">
              <a:ext uri="{FF2B5EF4-FFF2-40B4-BE49-F238E27FC236}">
                <a16:creationId xmlns:a16="http://schemas.microsoft.com/office/drawing/2014/main" id="{2584799F-FB38-44C9-9955-87D0B3FFE5F3}"/>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16476"/>
                </a:solidFill>
                <a:latin typeface="Arial"/>
                <a:ea typeface="Arial"/>
                <a:cs typeface="Arial"/>
              </a:defRPr>
            </a:defPPr>
            <a:lvl1pPr algn="r">
              <a:defRPr sz="1275" b="0">
                <a:solidFill>
                  <a:srgbClr val="516476"/>
                </a:solidFill>
                <a:latin typeface="Arial"/>
                <a:ea typeface="Arial"/>
                <a:cs typeface="Arial"/>
              </a:defRPr>
            </a:lvl1pPr>
            <a:lvl2pPr algn="r">
              <a:defRPr sz="1275" b="0">
                <a:solidFill>
                  <a:srgbClr val="516476"/>
                </a:solidFill>
                <a:latin typeface="Arial"/>
                <a:ea typeface="Arial"/>
                <a:cs typeface="Arial"/>
              </a:defRPr>
            </a:lvl2pPr>
            <a:lvl3pPr algn="r">
              <a:defRPr sz="1275" b="0">
                <a:solidFill>
                  <a:srgbClr val="516476"/>
                </a:solidFill>
                <a:latin typeface="Arial"/>
                <a:ea typeface="Arial"/>
                <a:cs typeface="Arial"/>
              </a:defRPr>
            </a:lvl3pPr>
            <a:lvl4pPr algn="r">
              <a:defRPr sz="1275" b="0">
                <a:solidFill>
                  <a:srgbClr val="516476"/>
                </a:solidFill>
                <a:latin typeface="Arial"/>
                <a:ea typeface="Arial"/>
                <a:cs typeface="Arial"/>
              </a:defRPr>
            </a:lvl4pPr>
            <a:lvl5pPr algn="r">
              <a:defRPr sz="1275" b="0">
                <a:solidFill>
                  <a:srgbClr val="516476"/>
                </a:solidFill>
                <a:latin typeface="Arial"/>
                <a:ea typeface="Arial"/>
                <a:cs typeface="Arial"/>
              </a:defRPr>
            </a:lvl5pPr>
            <a:lvl6pPr algn="r">
              <a:defRPr sz="1275" b="0">
                <a:solidFill>
                  <a:srgbClr val="516476"/>
                </a:solidFill>
                <a:latin typeface="Arial"/>
                <a:ea typeface="Arial"/>
                <a:cs typeface="Arial"/>
              </a:defRPr>
            </a:lvl6pPr>
            <a:lvl7pPr algn="r">
              <a:defRPr sz="1275" b="0">
                <a:solidFill>
                  <a:srgbClr val="516476"/>
                </a:solidFill>
                <a:latin typeface="Arial"/>
                <a:ea typeface="Arial"/>
                <a:cs typeface="Arial"/>
              </a:defRPr>
            </a:lvl7pPr>
            <a:lvl8pPr algn="r">
              <a:defRPr sz="1275" b="0">
                <a:solidFill>
                  <a:srgbClr val="516476"/>
                </a:solidFill>
                <a:latin typeface="Arial"/>
                <a:ea typeface="Arial"/>
                <a:cs typeface="Arial"/>
              </a:defRPr>
            </a:lvl8pPr>
            <a:lvl9pPr algn="r">
              <a:defRPr sz="1275" b="0">
                <a:solidFill>
                  <a:srgbClr val="516476"/>
                </a:solidFill>
                <a:latin typeface="Arial"/>
                <a:ea typeface="Arial"/>
                <a:cs typeface="Arial"/>
              </a:defRPr>
            </a:lvl9pPr>
          </a:lstStyle>
          <a:p xmlns:a="http://schemas.openxmlformats.org/drawingml/2006/main">
            <a:pPr algn="r">
              <a:defRPr sz="1275" b="0">
                <a:solidFill>
                  <a:srgbClr val="516476"/>
                </a:solidFill>
                <a:latin typeface="Arial"/>
                <a:ea typeface="Arial"/>
                <a:cs typeface="Arial"/>
              </a:defRPr>
            </a:pPr>
            <a:r>
              <a:rPr sz="1275" b="0">
                <a:solidFill>
                  <a:srgbClr val="516476"/>
                </a:solidFill>
                <a:latin typeface="Arial"/>
                <a:ea typeface="Arial"/>
                <a:cs typeface="Arial"/>
              </a:rPr>
              <a:t>02</a:t>
            </a:r>
          </a:p>
        </p:txBody>
      </p:sp>
      <p:sp>
        <p:nvSpPr>
          <p:cNvPr id="4" name="USD 5m paper capital">
            <a:extLst xmlns:a="http://schemas.openxmlformats.org/drawingml/2006/main">
              <a:ext uri="{FF2B5EF4-FFF2-40B4-BE49-F238E27FC236}">
                <a16:creationId xmlns:a16="http://schemas.microsoft.com/office/drawing/2014/main" id="{4D35CAFD-9808-4346-952C-B00E91CE8950}"/>
              </a:ext>
            </a:extLst>
          </p:cNvPr>
          <p:cNvSpPr>
            <a:spLocks xmlns:a="http://schemas.openxmlformats.org/drawingml/2006/main" noGrp="1"/>
          </p:cNvSpPr>
          <p:nvPr/>
        </p:nvSpPr>
        <p:spPr>
          <a:xfrm xmlns:a="http://schemas.openxmlformats.org/drawingml/2006/main">
            <a:off x="685800" y="20383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87E8B"/>
                </a:solidFill>
                <a:latin typeface="Arial"/>
                <a:ea typeface="Arial"/>
                <a:cs typeface="Arial"/>
              </a:defRPr>
            </a:defPPr>
            <a:lvl1pPr algn="l">
              <a:defRPr sz="3600" b="1">
                <a:solidFill>
                  <a:srgbClr val="087E8B"/>
                </a:solidFill>
                <a:latin typeface="Arial"/>
                <a:ea typeface="Arial"/>
                <a:cs typeface="Arial"/>
              </a:defRPr>
            </a:lvl1pPr>
            <a:lvl2pPr algn="l">
              <a:defRPr sz="3600" b="1">
                <a:solidFill>
                  <a:srgbClr val="087E8B"/>
                </a:solidFill>
                <a:latin typeface="Arial"/>
                <a:ea typeface="Arial"/>
                <a:cs typeface="Arial"/>
              </a:defRPr>
            </a:lvl2pPr>
            <a:lvl3pPr algn="l">
              <a:defRPr sz="3600" b="1">
                <a:solidFill>
                  <a:srgbClr val="087E8B"/>
                </a:solidFill>
                <a:latin typeface="Arial"/>
                <a:ea typeface="Arial"/>
                <a:cs typeface="Arial"/>
              </a:defRPr>
            </a:lvl3pPr>
            <a:lvl4pPr algn="l">
              <a:defRPr sz="3600" b="1">
                <a:solidFill>
                  <a:srgbClr val="087E8B"/>
                </a:solidFill>
                <a:latin typeface="Arial"/>
                <a:ea typeface="Arial"/>
                <a:cs typeface="Arial"/>
              </a:defRPr>
            </a:lvl4pPr>
            <a:lvl5pPr algn="l">
              <a:defRPr sz="3600" b="1">
                <a:solidFill>
                  <a:srgbClr val="087E8B"/>
                </a:solidFill>
                <a:latin typeface="Arial"/>
                <a:ea typeface="Arial"/>
                <a:cs typeface="Arial"/>
              </a:defRPr>
            </a:lvl5pPr>
            <a:lvl6pPr algn="l">
              <a:defRPr sz="3600" b="1">
                <a:solidFill>
                  <a:srgbClr val="087E8B"/>
                </a:solidFill>
                <a:latin typeface="Arial"/>
                <a:ea typeface="Arial"/>
                <a:cs typeface="Arial"/>
              </a:defRPr>
            </a:lvl6pPr>
            <a:lvl7pPr algn="l">
              <a:defRPr sz="3600" b="1">
                <a:solidFill>
                  <a:srgbClr val="087E8B"/>
                </a:solidFill>
                <a:latin typeface="Arial"/>
                <a:ea typeface="Arial"/>
                <a:cs typeface="Arial"/>
              </a:defRPr>
            </a:lvl7pPr>
            <a:lvl8pPr algn="l">
              <a:defRPr sz="3600" b="1">
                <a:solidFill>
                  <a:srgbClr val="087E8B"/>
                </a:solidFill>
                <a:latin typeface="Arial"/>
                <a:ea typeface="Arial"/>
                <a:cs typeface="Arial"/>
              </a:defRPr>
            </a:lvl8pPr>
            <a:lvl9pPr algn="l">
              <a:defRPr sz="3600" b="1">
                <a:solidFill>
                  <a:srgbClr val="087E8B"/>
                </a:solidFill>
                <a:latin typeface="Arial"/>
                <a:ea typeface="Arial"/>
                <a:cs typeface="Arial"/>
              </a:defRPr>
            </a:lvl9pPr>
          </a:lstStyle>
          <a:p xmlns:a="http://schemas.openxmlformats.org/drawingml/2006/main">
            <a:pPr algn="l">
              <a:defRPr sz="3600" b="1">
                <a:solidFill>
                  <a:srgbClr val="087E8B"/>
                </a:solidFill>
                <a:latin typeface="Arial"/>
                <a:ea typeface="Arial"/>
                <a:cs typeface="Arial"/>
              </a:defRPr>
            </a:pPr>
            <a:r>
              <a:rPr sz="3600" b="1">
                <a:solidFill>
                  <a:srgbClr val="087E8B"/>
                </a:solidFill>
                <a:latin typeface="Arial"/>
                <a:ea typeface="Arial"/>
                <a:cs typeface="Arial"/>
              </a:rPr>
              <a:t>USD 5m paper capital</a:t>
            </a:r>
          </a:p>
        </p:txBody>
      </p:sp>
      <p:graphicFrame>
        <p:nvGraphicFramePr>
          <p:cNvPr id="5" name="">
            <a:extLst xmlns:a="http://schemas.openxmlformats.org/drawingml/2006/main">
              <a:ext uri="{FF2B5EF4-FFF2-40B4-BE49-F238E27FC236}">
                <a16:creationId xmlns:a16="http://schemas.microsoft.com/office/drawing/2014/main" id="{E50678F7-F7C7-4706-9D66-38CDF662FA90}"/>
              </a:ext>
            </a:extLst>
          </p:cNvPr>
          <p:cNvGraphicFramePr/>
          <p:nvPr/>
        </p:nvGraphicFramePr>
        <p:xfrm>
          <a:off xmlns:a="http://schemas.openxmlformats.org/drawingml/2006/main" x="685800" y="2933700"/>
          <a:ext xmlns:a="http://schemas.openxmlformats.org/drawingml/2006/main" cx="6667500" cy="2857500"/>
        </p:xfrm>
        <a:graphic xmlns:a="http://schemas.openxmlformats.org/drawingml/2006/main">
          <a:graphicData uri="http://schemas.openxmlformats.org/drawingml/2006/table">
            <a:tbl>
              <a:tblPr firstRow="1" bandRow="0"/>
              <a:tblGrid>
                <a:gridCol w="4095750"/>
                <a:gridCol w="2571750"/>
              </a:tblGrid>
              <a:tr h="571500">
                <a:tc>
                  <a:txBody>
                    <a:bodyPr>
                      <a:noAutofit/>
                    </a:bodyPr>
                    <a:lstStyle/>
                    <a:p>
                      <a:r>
                        <a:rPr sz="2025" b="1">
                          <a:solidFill>
                            <a:srgbClr val="162A3A"/>
                          </a:solidFill>
                          <a:latin typeface="Arial"/>
                          <a:ea typeface="Arial"/>
                          <a:cs typeface="Arial"/>
                        </a:rPr>
                        <a:t>PM mandate</a:t>
                      </a:r>
                    </a:p>
                  </a:txBody>
                  <a:tcPr marL="114300" marR="114300" marT="95250" marB="95250" anchor="ctr">
                    <a:lnL w="6668">
                      <a:solidFill>
                        <a:srgbClr val="D9E2E8"/>
                      </a:solidFill>
                      <a:prstDash val="solid"/>
                    </a:lnL>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c>
                  <a:txBody>
                    <a:bodyPr>
                      <a:noAutofit/>
                    </a:bodyPr>
                    <a:lstStyle/>
                    <a:p>
                      <a:r>
                        <a:rPr sz="2025" b="1">
                          <a:solidFill>
                            <a:srgbClr val="162A3A"/>
                          </a:solidFill>
                          <a:latin typeface="Arial"/>
                          <a:ea typeface="Arial"/>
                          <a:cs typeface="Arial"/>
                        </a:rPr>
                        <a:t>Initial capital</a:t>
                      </a:r>
                    </a:p>
                  </a:txBody>
                  <a:tcPr marL="114300" marR="114300" marT="95250" marB="95250" anchor="ctr">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r>
              <a:tr h="571500">
                <a:tc>
                  <a:txBody>
                    <a:bodyPr>
                      <a:noAutofit/>
                    </a:bodyPr>
                    <a:lstStyle/>
                    <a:p>
                      <a:r>
                        <a:rPr sz="2025" b="0">
                          <a:solidFill>
                            <a:srgbClr val="162A3A"/>
                          </a:solidFill>
                          <a:latin typeface="Arial"/>
                          <a:ea typeface="Arial"/>
                          <a:cs typeface="Arial"/>
                        </a:rPr>
                        <a:t>Equity momentum</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2025" b="0">
                          <a:solidFill>
                            <a:srgbClr val="162A3A"/>
                          </a:solidFill>
                          <a:latin typeface="Arial"/>
                          <a:ea typeface="Arial"/>
                          <a:cs typeface="Arial"/>
                        </a:rPr>
                        <a:t>USD 1.5m</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571500">
                <a:tc>
                  <a:txBody>
                    <a:bodyPr>
                      <a:noAutofit/>
                    </a:bodyPr>
                    <a:lstStyle/>
                    <a:p>
                      <a:r>
                        <a:rPr sz="2025" b="0">
                          <a:solidFill>
                            <a:srgbClr val="162A3A"/>
                          </a:solidFill>
                          <a:latin typeface="Arial"/>
                          <a:ea typeface="Arial"/>
                          <a:cs typeface="Arial"/>
                        </a:rPr>
                        <a:t>Daily pairs trading</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2025" b="0">
                          <a:solidFill>
                            <a:srgbClr val="162A3A"/>
                          </a:solidFill>
                          <a:latin typeface="Arial"/>
                          <a:ea typeface="Arial"/>
                          <a:cs typeface="Arial"/>
                        </a:rPr>
                        <a:t>USD 1.5m</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571500">
                <a:tc>
                  <a:txBody>
                    <a:bodyPr>
                      <a:noAutofit/>
                    </a:bodyPr>
                    <a:lstStyle/>
                    <a:p>
                      <a:r>
                        <a:rPr sz="2025" b="0">
                          <a:solidFill>
                            <a:srgbClr val="162A3A"/>
                          </a:solidFill>
                          <a:latin typeface="Arial"/>
                          <a:ea typeface="Arial"/>
                          <a:cs typeface="Arial"/>
                        </a:rPr>
                        <a:t>Crypto</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2025" b="0">
                          <a:solidFill>
                            <a:srgbClr val="162A3A"/>
                          </a:solidFill>
                          <a:latin typeface="Arial"/>
                          <a:ea typeface="Arial"/>
                          <a:cs typeface="Arial"/>
                        </a:rPr>
                        <a:t>USD 1.5m</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571500">
                <a:tc>
                  <a:txBody>
                    <a:bodyPr>
                      <a:noAutofit/>
                    </a:bodyPr>
                    <a:lstStyle/>
                    <a:p>
                      <a:r>
                        <a:rPr sz="2025" b="0">
                          <a:solidFill>
                            <a:srgbClr val="162A3A"/>
                          </a:solidFill>
                          <a:latin typeface="Arial"/>
                          <a:ea typeface="Arial"/>
                          <a:cs typeface="Arial"/>
                        </a:rPr>
                        <a:t>Central cash</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2025" b="0">
                          <a:solidFill>
                            <a:srgbClr val="162A3A"/>
                          </a:solidFill>
                          <a:latin typeface="Arial"/>
                          <a:ea typeface="Arial"/>
                          <a:cs typeface="Arial"/>
                        </a:rPr>
                        <a:t>USD 0.5m</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bl>
          </a:graphicData>
        </a:graphic>
      </p:graphicFrame>
      <p:sp>
        <p:nvSpPr>
          <p:cNvPr id="6" name="Human Board">
            <a:extLst xmlns:a="http://schemas.openxmlformats.org/drawingml/2006/main">
              <a:ext uri="{FF2B5EF4-FFF2-40B4-BE49-F238E27FC236}">
                <a16:creationId xmlns:a16="http://schemas.microsoft.com/office/drawing/2014/main" id="{56F14C85-AF46-4C3A-9D5C-05C8B86C5245}"/>
              </a:ext>
            </a:extLst>
          </p:cNvPr>
          <p:cNvSpPr>
            <a:spLocks xmlns:a="http://schemas.openxmlformats.org/drawingml/2006/main" noGrp="1"/>
          </p:cNvSpPr>
          <p:nvPr/>
        </p:nvSpPr>
        <p:spPr>
          <a:xfrm xmlns:a="http://schemas.openxmlformats.org/drawingml/2006/main">
            <a:off x="8077200" y="2962275"/>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62A3A"/>
                </a:solidFill>
                <a:latin typeface="Arial"/>
                <a:ea typeface="Arial"/>
                <a:cs typeface="Arial"/>
              </a:defRPr>
            </a:defPPr>
            <a:lvl1pPr algn="l">
              <a:defRPr sz="2325" b="1">
                <a:solidFill>
                  <a:srgbClr val="162A3A"/>
                </a:solidFill>
                <a:latin typeface="Arial"/>
                <a:ea typeface="Arial"/>
                <a:cs typeface="Arial"/>
              </a:defRPr>
            </a:lvl1pPr>
            <a:lvl2pPr algn="l">
              <a:defRPr sz="2325" b="1">
                <a:solidFill>
                  <a:srgbClr val="162A3A"/>
                </a:solidFill>
                <a:latin typeface="Arial"/>
                <a:ea typeface="Arial"/>
                <a:cs typeface="Arial"/>
              </a:defRPr>
            </a:lvl2pPr>
            <a:lvl3pPr algn="l">
              <a:defRPr sz="2325" b="1">
                <a:solidFill>
                  <a:srgbClr val="162A3A"/>
                </a:solidFill>
                <a:latin typeface="Arial"/>
                <a:ea typeface="Arial"/>
                <a:cs typeface="Arial"/>
              </a:defRPr>
            </a:lvl3pPr>
            <a:lvl4pPr algn="l">
              <a:defRPr sz="2325" b="1">
                <a:solidFill>
                  <a:srgbClr val="162A3A"/>
                </a:solidFill>
                <a:latin typeface="Arial"/>
                <a:ea typeface="Arial"/>
                <a:cs typeface="Arial"/>
              </a:defRPr>
            </a:lvl4pPr>
            <a:lvl5pPr algn="l">
              <a:defRPr sz="2325" b="1">
                <a:solidFill>
                  <a:srgbClr val="162A3A"/>
                </a:solidFill>
                <a:latin typeface="Arial"/>
                <a:ea typeface="Arial"/>
                <a:cs typeface="Arial"/>
              </a:defRPr>
            </a:lvl5pPr>
            <a:lvl6pPr algn="l">
              <a:defRPr sz="2325" b="1">
                <a:solidFill>
                  <a:srgbClr val="162A3A"/>
                </a:solidFill>
                <a:latin typeface="Arial"/>
                <a:ea typeface="Arial"/>
                <a:cs typeface="Arial"/>
              </a:defRPr>
            </a:lvl6pPr>
            <a:lvl7pPr algn="l">
              <a:defRPr sz="2325" b="1">
                <a:solidFill>
                  <a:srgbClr val="162A3A"/>
                </a:solidFill>
                <a:latin typeface="Arial"/>
                <a:ea typeface="Arial"/>
                <a:cs typeface="Arial"/>
              </a:defRPr>
            </a:lvl7pPr>
            <a:lvl8pPr algn="l">
              <a:defRPr sz="2325" b="1">
                <a:solidFill>
                  <a:srgbClr val="162A3A"/>
                </a:solidFill>
                <a:latin typeface="Arial"/>
                <a:ea typeface="Arial"/>
                <a:cs typeface="Arial"/>
              </a:defRPr>
            </a:lvl8pPr>
            <a:lvl9pPr algn="l">
              <a:defRPr sz="2325" b="1">
                <a:solidFill>
                  <a:srgbClr val="162A3A"/>
                </a:solidFill>
                <a:latin typeface="Arial"/>
                <a:ea typeface="Arial"/>
                <a:cs typeface="Arial"/>
              </a:defRPr>
            </a:lvl9pPr>
          </a:lstStyle>
          <a:p xmlns:a="http://schemas.openxmlformats.org/drawingml/2006/main">
            <a:pPr algn="l">
              <a:defRPr sz="2325" b="1">
                <a:solidFill>
                  <a:srgbClr val="162A3A"/>
                </a:solidFill>
                <a:latin typeface="Arial"/>
                <a:ea typeface="Arial"/>
                <a:cs typeface="Arial"/>
              </a:defRPr>
            </a:pPr>
            <a:r>
              <a:rPr sz="2325" b="1">
                <a:solidFill>
                  <a:srgbClr val="162A3A"/>
                </a:solidFill>
                <a:latin typeface="Arial"/>
                <a:ea typeface="Arial"/>
                <a:cs typeface="Arial"/>
              </a:rPr>
              <a:t>Human Board</a:t>
            </a:r>
          </a:p>
        </p:txBody>
      </p:sp>
      <p:sp>
        <p:nvSpPr>
          <p:cNvPr id="7" name="Investment">
            <a:extLst xmlns:a="http://schemas.openxmlformats.org/drawingml/2006/main">
              <a:ext uri="{FF2B5EF4-FFF2-40B4-BE49-F238E27FC236}">
                <a16:creationId xmlns:a16="http://schemas.microsoft.com/office/drawing/2014/main" id="{BF600078-AA7D-4A5F-A987-98491406E930}"/>
              </a:ext>
            </a:extLst>
          </p:cNvPr>
          <p:cNvSpPr>
            <a:spLocks xmlns:a="http://schemas.openxmlformats.org/drawingml/2006/main" noGrp="1"/>
          </p:cNvSpPr>
          <p:nvPr/>
        </p:nvSpPr>
        <p:spPr>
          <a:xfrm xmlns:a="http://schemas.openxmlformats.org/drawingml/2006/main">
            <a:off x="8077200" y="3714750"/>
            <a:ext cx="3429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62A3A"/>
                </a:solidFill>
                <a:latin typeface="Arial"/>
                <a:ea typeface="Arial"/>
                <a:cs typeface="Arial"/>
              </a:defRPr>
            </a:defPPr>
            <a:lvl1pPr algn="l">
              <a:defRPr sz="2325" b="1">
                <a:solidFill>
                  <a:srgbClr val="162A3A"/>
                </a:solidFill>
                <a:latin typeface="Arial"/>
                <a:ea typeface="Arial"/>
                <a:cs typeface="Arial"/>
              </a:defRPr>
            </a:lvl1pPr>
            <a:lvl2pPr algn="l">
              <a:defRPr sz="2325" b="1">
                <a:solidFill>
                  <a:srgbClr val="162A3A"/>
                </a:solidFill>
                <a:latin typeface="Arial"/>
                <a:ea typeface="Arial"/>
                <a:cs typeface="Arial"/>
              </a:defRPr>
            </a:lvl2pPr>
            <a:lvl3pPr algn="l">
              <a:defRPr sz="2325" b="1">
                <a:solidFill>
                  <a:srgbClr val="162A3A"/>
                </a:solidFill>
                <a:latin typeface="Arial"/>
                <a:ea typeface="Arial"/>
                <a:cs typeface="Arial"/>
              </a:defRPr>
            </a:lvl3pPr>
            <a:lvl4pPr algn="l">
              <a:defRPr sz="2325" b="1">
                <a:solidFill>
                  <a:srgbClr val="162A3A"/>
                </a:solidFill>
                <a:latin typeface="Arial"/>
                <a:ea typeface="Arial"/>
                <a:cs typeface="Arial"/>
              </a:defRPr>
            </a:lvl4pPr>
            <a:lvl5pPr algn="l">
              <a:defRPr sz="2325" b="1">
                <a:solidFill>
                  <a:srgbClr val="162A3A"/>
                </a:solidFill>
                <a:latin typeface="Arial"/>
                <a:ea typeface="Arial"/>
                <a:cs typeface="Arial"/>
              </a:defRPr>
            </a:lvl5pPr>
            <a:lvl6pPr algn="l">
              <a:defRPr sz="2325" b="1">
                <a:solidFill>
                  <a:srgbClr val="162A3A"/>
                </a:solidFill>
                <a:latin typeface="Arial"/>
                <a:ea typeface="Arial"/>
                <a:cs typeface="Arial"/>
              </a:defRPr>
            </a:lvl6pPr>
            <a:lvl7pPr algn="l">
              <a:defRPr sz="2325" b="1">
                <a:solidFill>
                  <a:srgbClr val="162A3A"/>
                </a:solidFill>
                <a:latin typeface="Arial"/>
                <a:ea typeface="Arial"/>
                <a:cs typeface="Arial"/>
              </a:defRPr>
            </a:lvl7pPr>
            <a:lvl8pPr algn="l">
              <a:defRPr sz="2325" b="1">
                <a:solidFill>
                  <a:srgbClr val="162A3A"/>
                </a:solidFill>
                <a:latin typeface="Arial"/>
                <a:ea typeface="Arial"/>
                <a:cs typeface="Arial"/>
              </a:defRPr>
            </a:lvl8pPr>
            <a:lvl9pPr algn="l">
              <a:defRPr sz="2325" b="1">
                <a:solidFill>
                  <a:srgbClr val="162A3A"/>
                </a:solidFill>
                <a:latin typeface="Arial"/>
                <a:ea typeface="Arial"/>
                <a:cs typeface="Arial"/>
              </a:defRPr>
            </a:lvl9pPr>
          </a:lstStyle>
          <a:p xmlns:a="http://schemas.openxmlformats.org/drawingml/2006/main">
            <a:pPr algn="l">
              <a:defRPr sz="2325" b="1">
                <a:solidFill>
                  <a:srgbClr val="162A3A"/>
                </a:solidFill>
                <a:latin typeface="Arial"/>
                <a:ea typeface="Arial"/>
                <a:cs typeface="Arial"/>
              </a:defRPr>
            </a:pPr>
            <a:r>
              <a:rPr sz="2325" b="1">
                <a:solidFill>
                  <a:srgbClr val="162A3A"/>
                </a:solidFill>
                <a:latin typeface="Arial"/>
                <a:ea typeface="Arial"/>
                <a:cs typeface="Arial"/>
              </a:rPr>
              <a:t>Investment</a:t>
            </a:r>
          </a:p>
          <a:p xmlns:a="http://schemas.openxmlformats.org/drawingml/2006/main">
            <a:pPr algn="l">
              <a:defRPr sz="2325" b="1">
                <a:solidFill>
                  <a:srgbClr val="162A3A"/>
                </a:solidFill>
                <a:latin typeface="Arial"/>
                <a:ea typeface="Arial"/>
                <a:cs typeface="Arial"/>
              </a:defRPr>
            </a:pPr>
            <a:r>
              <a:rPr sz="2325" b="1">
                <a:solidFill>
                  <a:srgbClr val="162A3A"/>
                </a:solidFill>
                <a:latin typeface="Arial"/>
                <a:ea typeface="Arial"/>
                <a:cs typeface="Arial"/>
              </a:rPr>
              <a:t>Committee / CIO</a:t>
            </a:r>
          </a:p>
        </p:txBody>
      </p:sp>
      <p:sp>
        <p:nvSpPr>
          <p:cNvPr id="8" name="AI PM diagnostics">
            <a:extLst xmlns:a="http://schemas.openxmlformats.org/drawingml/2006/main">
              <a:ext uri="{FF2B5EF4-FFF2-40B4-BE49-F238E27FC236}">
                <a16:creationId xmlns:a16="http://schemas.microsoft.com/office/drawing/2014/main" id="{F00400FA-10ED-42A7-B2EC-21794DDF6B8C}"/>
              </a:ext>
            </a:extLst>
          </p:cNvPr>
          <p:cNvSpPr>
            <a:spLocks xmlns:a="http://schemas.openxmlformats.org/drawingml/2006/main" noGrp="1"/>
          </p:cNvSpPr>
          <p:nvPr/>
        </p:nvSpPr>
        <p:spPr>
          <a:xfrm xmlns:a="http://schemas.openxmlformats.org/drawingml/2006/main">
            <a:off x="8077200" y="5019675"/>
            <a:ext cx="342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B"/>
                </a:solidFill>
                <a:latin typeface="Arial"/>
                <a:ea typeface="Arial"/>
                <a:cs typeface="Arial"/>
              </a:defRPr>
            </a:defPPr>
            <a:lvl1pPr algn="l">
              <a:defRPr sz="2100" b="1">
                <a:solidFill>
                  <a:srgbClr val="087E8B"/>
                </a:solidFill>
                <a:latin typeface="Arial"/>
                <a:ea typeface="Arial"/>
                <a:cs typeface="Arial"/>
              </a:defRPr>
            </a:lvl1pPr>
            <a:lvl2pPr algn="l">
              <a:defRPr sz="2100" b="1">
                <a:solidFill>
                  <a:srgbClr val="087E8B"/>
                </a:solidFill>
                <a:latin typeface="Arial"/>
                <a:ea typeface="Arial"/>
                <a:cs typeface="Arial"/>
              </a:defRPr>
            </a:lvl2pPr>
            <a:lvl3pPr algn="l">
              <a:defRPr sz="2100" b="1">
                <a:solidFill>
                  <a:srgbClr val="087E8B"/>
                </a:solidFill>
                <a:latin typeface="Arial"/>
                <a:ea typeface="Arial"/>
                <a:cs typeface="Arial"/>
              </a:defRPr>
            </a:lvl3pPr>
            <a:lvl4pPr algn="l">
              <a:defRPr sz="2100" b="1">
                <a:solidFill>
                  <a:srgbClr val="087E8B"/>
                </a:solidFill>
                <a:latin typeface="Arial"/>
                <a:ea typeface="Arial"/>
                <a:cs typeface="Arial"/>
              </a:defRPr>
            </a:lvl4pPr>
            <a:lvl5pPr algn="l">
              <a:defRPr sz="2100" b="1">
                <a:solidFill>
                  <a:srgbClr val="087E8B"/>
                </a:solidFill>
                <a:latin typeface="Arial"/>
                <a:ea typeface="Arial"/>
                <a:cs typeface="Arial"/>
              </a:defRPr>
            </a:lvl5pPr>
            <a:lvl6pPr algn="l">
              <a:defRPr sz="2100" b="1">
                <a:solidFill>
                  <a:srgbClr val="087E8B"/>
                </a:solidFill>
                <a:latin typeface="Arial"/>
                <a:ea typeface="Arial"/>
                <a:cs typeface="Arial"/>
              </a:defRPr>
            </a:lvl6pPr>
            <a:lvl7pPr algn="l">
              <a:defRPr sz="2100" b="1">
                <a:solidFill>
                  <a:srgbClr val="087E8B"/>
                </a:solidFill>
                <a:latin typeface="Arial"/>
                <a:ea typeface="Arial"/>
                <a:cs typeface="Arial"/>
              </a:defRPr>
            </a:lvl7pPr>
            <a:lvl8pPr algn="l">
              <a:defRPr sz="2100" b="1">
                <a:solidFill>
                  <a:srgbClr val="087E8B"/>
                </a:solidFill>
                <a:latin typeface="Arial"/>
                <a:ea typeface="Arial"/>
                <a:cs typeface="Arial"/>
              </a:defRPr>
            </a:lvl8pPr>
            <a:lvl9pPr algn="l">
              <a:defRPr sz="2100" b="1">
                <a:solidFill>
                  <a:srgbClr val="087E8B"/>
                </a:solidFill>
                <a:latin typeface="Arial"/>
                <a:ea typeface="Arial"/>
                <a:cs typeface="Arial"/>
              </a:defRPr>
            </a:lvl9pPr>
          </a:lstStyle>
          <a:p xmlns:a="http://schemas.openxmlformats.org/drawingml/2006/main">
            <a:pPr algn="l">
              <a:defRPr sz="2100" b="1">
                <a:solidFill>
                  <a:srgbClr val="087E8B"/>
                </a:solidFill>
                <a:latin typeface="Arial"/>
                <a:ea typeface="Arial"/>
                <a:cs typeface="Arial"/>
              </a:defRPr>
            </a:pPr>
            <a:r>
              <a:rPr sz="2100" b="1">
                <a:solidFill>
                  <a:srgbClr val="087E8B"/>
                </a:solidFill>
                <a:latin typeface="Arial"/>
                <a:ea typeface="Arial"/>
                <a:cs typeface="Arial"/>
              </a:rPr>
              <a:t>AI PM diagnostics</a:t>
            </a:r>
          </a:p>
          <a:p xmlns:a="http://schemas.openxmlformats.org/drawingml/2006/main">
            <a:pPr algn="l">
              <a:defRPr sz="2100" b="1">
                <a:solidFill>
                  <a:srgbClr val="087E8B"/>
                </a:solidFill>
                <a:latin typeface="Arial"/>
                <a:ea typeface="Arial"/>
                <a:cs typeface="Arial"/>
              </a:defRPr>
            </a:pPr>
            <a:r>
              <a:rPr sz="2100" b="1">
                <a:solidFill>
                  <a:srgbClr val="087E8B"/>
                </a:solidFill>
                <a:latin typeface="Arial"/>
                <a:ea typeface="Arial"/>
                <a:cs typeface="Arial"/>
              </a:rPr>
              <a:t>and explanations</a:t>
            </a:r>
          </a:p>
        </p:txBody>
      </p:sp>
    </p:spTree>
    <p:extLst>
      <p:ext uri="{BB962C8B-B14F-4D97-AF65-F5344CB8AC3E}">
        <p14:creationId xmlns:p14="http://schemas.microsoft.com/office/powerpoint/2010/main" val="57007011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Evidence to date">
            <a:extLst xmlns:a="http://schemas.openxmlformats.org/drawingml/2006/main">
              <a:ext uri="{FF2B5EF4-FFF2-40B4-BE49-F238E27FC236}">
                <a16:creationId xmlns:a16="http://schemas.microsoft.com/office/drawing/2014/main" id="{206E573F-2EFC-4D1B-9A65-0471AD5EBE65}"/>
              </a:ext>
            </a:extLst>
          </p:cNvPr>
          <p:cNvSpPr>
            <a:spLocks xmlns:a="http://schemas.openxmlformats.org/drawingml/2006/main" noGrp="1"/>
          </p:cNvSpPr>
          <p:nvPr/>
        </p:nvSpPr>
        <p:spPr>
          <a:xfrm xmlns:a="http://schemas.openxmlformats.org/drawingml/2006/main">
            <a:off x="685800" y="4572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A3A"/>
                </a:solidFill>
                <a:latin typeface="Arial"/>
                <a:ea typeface="Arial"/>
                <a:cs typeface="Arial"/>
              </a:defRPr>
            </a:defPPr>
            <a:lvl1pPr algn="l">
              <a:defRPr sz="3300" b="1">
                <a:solidFill>
                  <a:srgbClr val="162A3A"/>
                </a:solidFill>
                <a:latin typeface="Arial"/>
                <a:ea typeface="Arial"/>
                <a:cs typeface="Arial"/>
              </a:defRPr>
            </a:lvl1pPr>
            <a:lvl2pPr algn="l">
              <a:defRPr sz="3300" b="1">
                <a:solidFill>
                  <a:srgbClr val="162A3A"/>
                </a:solidFill>
                <a:latin typeface="Arial"/>
                <a:ea typeface="Arial"/>
                <a:cs typeface="Arial"/>
              </a:defRPr>
            </a:lvl2pPr>
            <a:lvl3pPr algn="l">
              <a:defRPr sz="3300" b="1">
                <a:solidFill>
                  <a:srgbClr val="162A3A"/>
                </a:solidFill>
                <a:latin typeface="Arial"/>
                <a:ea typeface="Arial"/>
                <a:cs typeface="Arial"/>
              </a:defRPr>
            </a:lvl3pPr>
            <a:lvl4pPr algn="l">
              <a:defRPr sz="3300" b="1">
                <a:solidFill>
                  <a:srgbClr val="162A3A"/>
                </a:solidFill>
                <a:latin typeface="Arial"/>
                <a:ea typeface="Arial"/>
                <a:cs typeface="Arial"/>
              </a:defRPr>
            </a:lvl4pPr>
            <a:lvl5pPr algn="l">
              <a:defRPr sz="3300" b="1">
                <a:solidFill>
                  <a:srgbClr val="162A3A"/>
                </a:solidFill>
                <a:latin typeface="Arial"/>
                <a:ea typeface="Arial"/>
                <a:cs typeface="Arial"/>
              </a:defRPr>
            </a:lvl5pPr>
            <a:lvl6pPr algn="l">
              <a:defRPr sz="3300" b="1">
                <a:solidFill>
                  <a:srgbClr val="162A3A"/>
                </a:solidFill>
                <a:latin typeface="Arial"/>
                <a:ea typeface="Arial"/>
                <a:cs typeface="Arial"/>
              </a:defRPr>
            </a:lvl6pPr>
            <a:lvl7pPr algn="l">
              <a:defRPr sz="3300" b="1">
                <a:solidFill>
                  <a:srgbClr val="162A3A"/>
                </a:solidFill>
                <a:latin typeface="Arial"/>
                <a:ea typeface="Arial"/>
                <a:cs typeface="Arial"/>
              </a:defRPr>
            </a:lvl7pPr>
            <a:lvl8pPr algn="l">
              <a:defRPr sz="3300" b="1">
                <a:solidFill>
                  <a:srgbClr val="162A3A"/>
                </a:solidFill>
                <a:latin typeface="Arial"/>
                <a:ea typeface="Arial"/>
                <a:cs typeface="Arial"/>
              </a:defRPr>
            </a:lvl8pPr>
            <a:lvl9pPr algn="l">
              <a:defRPr sz="3300" b="1">
                <a:solidFill>
                  <a:srgbClr val="162A3A"/>
                </a:solidFill>
                <a:latin typeface="Arial"/>
                <a:ea typeface="Arial"/>
                <a:cs typeface="Arial"/>
              </a:defRPr>
            </a:lvl9pPr>
          </a:lstStyle>
          <a:p xmlns:a="http://schemas.openxmlformats.org/drawingml/2006/main">
            <a:pPr algn="l">
              <a:defRPr sz="3300" b="1">
                <a:solidFill>
                  <a:srgbClr val="162A3A"/>
                </a:solidFill>
                <a:latin typeface="Arial"/>
                <a:ea typeface="Arial"/>
                <a:cs typeface="Arial"/>
              </a:defRPr>
            </a:pPr>
            <a:r>
              <a:rPr sz="3300" b="1">
                <a:solidFill>
                  <a:srgbClr val="162A3A"/>
                </a:solidFill>
                <a:latin typeface="Arial"/>
                <a:ea typeface="Arial"/>
                <a:cs typeface="Arial"/>
              </a:rPr>
              <a:t>Evidence to date</a:t>
            </a:r>
          </a:p>
        </p:txBody>
      </p:sp>
      <p:sp>
        <p:nvSpPr>
          <p:cNvPr id="2" name="25–45 seconds">
            <a:extLst xmlns:a="http://schemas.openxmlformats.org/drawingml/2006/main">
              <a:ext uri="{FF2B5EF4-FFF2-40B4-BE49-F238E27FC236}">
                <a16:creationId xmlns:a16="http://schemas.microsoft.com/office/drawing/2014/main" id="{AFF33C6E-9E7F-4F41-A7D9-053B5896BC7D}"/>
              </a:ext>
            </a:extLst>
          </p:cNvPr>
          <p:cNvSpPr>
            <a:spLocks xmlns:a="http://schemas.openxmlformats.org/drawingml/2006/main" noGrp="1"/>
          </p:cNvSpPr>
          <p:nvPr/>
        </p:nvSpPr>
        <p:spPr>
          <a:xfrm xmlns:a="http://schemas.openxmlformats.org/drawingml/2006/main">
            <a:off x="685800" y="12001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476"/>
                </a:solidFill>
                <a:latin typeface="Arial"/>
                <a:ea typeface="Arial"/>
                <a:cs typeface="Arial"/>
              </a:defRPr>
            </a:defPPr>
            <a:lvl1pPr algn="l">
              <a:defRPr sz="1875" b="0">
                <a:solidFill>
                  <a:srgbClr val="516476"/>
                </a:solidFill>
                <a:latin typeface="Arial"/>
                <a:ea typeface="Arial"/>
                <a:cs typeface="Arial"/>
              </a:defRPr>
            </a:lvl1pPr>
            <a:lvl2pPr algn="l">
              <a:defRPr sz="1875" b="0">
                <a:solidFill>
                  <a:srgbClr val="516476"/>
                </a:solidFill>
                <a:latin typeface="Arial"/>
                <a:ea typeface="Arial"/>
                <a:cs typeface="Arial"/>
              </a:defRPr>
            </a:lvl2pPr>
            <a:lvl3pPr algn="l">
              <a:defRPr sz="1875" b="0">
                <a:solidFill>
                  <a:srgbClr val="516476"/>
                </a:solidFill>
                <a:latin typeface="Arial"/>
                <a:ea typeface="Arial"/>
                <a:cs typeface="Arial"/>
              </a:defRPr>
            </a:lvl3pPr>
            <a:lvl4pPr algn="l">
              <a:defRPr sz="1875" b="0">
                <a:solidFill>
                  <a:srgbClr val="516476"/>
                </a:solidFill>
                <a:latin typeface="Arial"/>
                <a:ea typeface="Arial"/>
                <a:cs typeface="Arial"/>
              </a:defRPr>
            </a:lvl4pPr>
            <a:lvl5pPr algn="l">
              <a:defRPr sz="1875" b="0">
                <a:solidFill>
                  <a:srgbClr val="516476"/>
                </a:solidFill>
                <a:latin typeface="Arial"/>
                <a:ea typeface="Arial"/>
                <a:cs typeface="Arial"/>
              </a:defRPr>
            </a:lvl5pPr>
            <a:lvl6pPr algn="l">
              <a:defRPr sz="1875" b="0">
                <a:solidFill>
                  <a:srgbClr val="516476"/>
                </a:solidFill>
                <a:latin typeface="Arial"/>
                <a:ea typeface="Arial"/>
                <a:cs typeface="Arial"/>
              </a:defRPr>
            </a:lvl6pPr>
            <a:lvl7pPr algn="l">
              <a:defRPr sz="1875" b="0">
                <a:solidFill>
                  <a:srgbClr val="516476"/>
                </a:solidFill>
                <a:latin typeface="Arial"/>
                <a:ea typeface="Arial"/>
                <a:cs typeface="Arial"/>
              </a:defRPr>
            </a:lvl7pPr>
            <a:lvl8pPr algn="l">
              <a:defRPr sz="1875" b="0">
                <a:solidFill>
                  <a:srgbClr val="516476"/>
                </a:solidFill>
                <a:latin typeface="Arial"/>
                <a:ea typeface="Arial"/>
                <a:cs typeface="Arial"/>
              </a:defRPr>
            </a:lvl8pPr>
            <a:lvl9pPr algn="l">
              <a:defRPr sz="1875" b="0">
                <a:solidFill>
                  <a:srgbClr val="516476"/>
                </a:solidFill>
                <a:latin typeface="Arial"/>
                <a:ea typeface="Arial"/>
                <a:cs typeface="Arial"/>
              </a:defRPr>
            </a:lvl9pPr>
          </a:lstStyle>
          <a:p xmlns:a="http://schemas.openxmlformats.org/drawingml/2006/main">
            <a:pPr algn="l">
              <a:defRPr sz="1875" b="0">
                <a:solidFill>
                  <a:srgbClr val="516476"/>
                </a:solidFill>
                <a:latin typeface="Arial"/>
                <a:ea typeface="Arial"/>
                <a:cs typeface="Arial"/>
              </a:defRPr>
            </a:pPr>
            <a:r>
              <a:rPr sz="1875" b="0">
                <a:solidFill>
                  <a:srgbClr val="516476"/>
                </a:solidFill>
                <a:latin typeface="Arial"/>
                <a:ea typeface="Arial"/>
                <a:cs typeface="Arial"/>
              </a:rPr>
              <a:t>25–45 seconds</a:t>
            </a:r>
          </a:p>
        </p:txBody>
      </p:sp>
      <p:sp>
        <p:nvSpPr>
          <p:cNvPr id="3" name="03">
            <a:extLst xmlns:a="http://schemas.openxmlformats.org/drawingml/2006/main">
              <a:ext uri="{FF2B5EF4-FFF2-40B4-BE49-F238E27FC236}">
                <a16:creationId xmlns:a16="http://schemas.microsoft.com/office/drawing/2014/main" id="{7426CEF1-2012-40FB-BF10-1D0B43F4BE00}"/>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16476"/>
                </a:solidFill>
                <a:latin typeface="Arial"/>
                <a:ea typeface="Arial"/>
                <a:cs typeface="Arial"/>
              </a:defRPr>
            </a:defPPr>
            <a:lvl1pPr algn="r">
              <a:defRPr sz="1275" b="0">
                <a:solidFill>
                  <a:srgbClr val="516476"/>
                </a:solidFill>
                <a:latin typeface="Arial"/>
                <a:ea typeface="Arial"/>
                <a:cs typeface="Arial"/>
              </a:defRPr>
            </a:lvl1pPr>
            <a:lvl2pPr algn="r">
              <a:defRPr sz="1275" b="0">
                <a:solidFill>
                  <a:srgbClr val="516476"/>
                </a:solidFill>
                <a:latin typeface="Arial"/>
                <a:ea typeface="Arial"/>
                <a:cs typeface="Arial"/>
              </a:defRPr>
            </a:lvl2pPr>
            <a:lvl3pPr algn="r">
              <a:defRPr sz="1275" b="0">
                <a:solidFill>
                  <a:srgbClr val="516476"/>
                </a:solidFill>
                <a:latin typeface="Arial"/>
                <a:ea typeface="Arial"/>
                <a:cs typeface="Arial"/>
              </a:defRPr>
            </a:lvl3pPr>
            <a:lvl4pPr algn="r">
              <a:defRPr sz="1275" b="0">
                <a:solidFill>
                  <a:srgbClr val="516476"/>
                </a:solidFill>
                <a:latin typeface="Arial"/>
                <a:ea typeface="Arial"/>
                <a:cs typeface="Arial"/>
              </a:defRPr>
            </a:lvl4pPr>
            <a:lvl5pPr algn="r">
              <a:defRPr sz="1275" b="0">
                <a:solidFill>
                  <a:srgbClr val="516476"/>
                </a:solidFill>
                <a:latin typeface="Arial"/>
                <a:ea typeface="Arial"/>
                <a:cs typeface="Arial"/>
              </a:defRPr>
            </a:lvl5pPr>
            <a:lvl6pPr algn="r">
              <a:defRPr sz="1275" b="0">
                <a:solidFill>
                  <a:srgbClr val="516476"/>
                </a:solidFill>
                <a:latin typeface="Arial"/>
                <a:ea typeface="Arial"/>
                <a:cs typeface="Arial"/>
              </a:defRPr>
            </a:lvl6pPr>
            <a:lvl7pPr algn="r">
              <a:defRPr sz="1275" b="0">
                <a:solidFill>
                  <a:srgbClr val="516476"/>
                </a:solidFill>
                <a:latin typeface="Arial"/>
                <a:ea typeface="Arial"/>
                <a:cs typeface="Arial"/>
              </a:defRPr>
            </a:lvl7pPr>
            <a:lvl8pPr algn="r">
              <a:defRPr sz="1275" b="0">
                <a:solidFill>
                  <a:srgbClr val="516476"/>
                </a:solidFill>
                <a:latin typeface="Arial"/>
                <a:ea typeface="Arial"/>
                <a:cs typeface="Arial"/>
              </a:defRPr>
            </a:lvl8pPr>
            <a:lvl9pPr algn="r">
              <a:defRPr sz="1275" b="0">
                <a:solidFill>
                  <a:srgbClr val="516476"/>
                </a:solidFill>
                <a:latin typeface="Arial"/>
                <a:ea typeface="Arial"/>
                <a:cs typeface="Arial"/>
              </a:defRPr>
            </a:lvl9pPr>
          </a:lstStyle>
          <a:p xmlns:a="http://schemas.openxmlformats.org/drawingml/2006/main">
            <a:pPr algn="r">
              <a:defRPr sz="1275" b="0">
                <a:solidFill>
                  <a:srgbClr val="516476"/>
                </a:solidFill>
                <a:latin typeface="Arial"/>
                <a:ea typeface="Arial"/>
                <a:cs typeface="Arial"/>
              </a:defRPr>
            </a:pPr>
            <a:r>
              <a:rPr sz="1275" b="0">
                <a:solidFill>
                  <a:srgbClr val="516476"/>
                </a:solidFill>
                <a:latin typeface="Arial"/>
                <a:ea typeface="Arial"/>
                <a:cs typeface="Arial"/>
              </a:rPr>
              <a:t>03</a:t>
            </a:r>
          </a:p>
        </p:txBody>
      </p:sp>
      <p:sp>
        <p:nvSpPr>
          <p:cNvPr id="4" name="10.09%">
            <a:extLst xmlns:a="http://schemas.openxmlformats.org/drawingml/2006/main">
              <a:ext uri="{FF2B5EF4-FFF2-40B4-BE49-F238E27FC236}">
                <a16:creationId xmlns:a16="http://schemas.microsoft.com/office/drawing/2014/main" id="{517592F3-DACC-4354-8459-74B102A4B229}"/>
              </a:ext>
            </a:extLst>
          </p:cNvPr>
          <p:cNvSpPr>
            <a:spLocks xmlns:a="http://schemas.openxmlformats.org/drawingml/2006/main" noGrp="1"/>
          </p:cNvSpPr>
          <p:nvPr/>
        </p:nvSpPr>
        <p:spPr>
          <a:xfrm xmlns:a="http://schemas.openxmlformats.org/drawingml/2006/main">
            <a:off x="685800" y="2238375"/>
            <a:ext cx="5048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087E8B"/>
                </a:solidFill>
                <a:latin typeface="Arial"/>
                <a:ea typeface="Arial"/>
                <a:cs typeface="Arial"/>
              </a:defRPr>
            </a:defPPr>
            <a:lvl1pPr algn="l">
              <a:defRPr sz="5250" b="1">
                <a:solidFill>
                  <a:srgbClr val="087E8B"/>
                </a:solidFill>
                <a:latin typeface="Arial"/>
                <a:ea typeface="Arial"/>
                <a:cs typeface="Arial"/>
              </a:defRPr>
            </a:lvl1pPr>
            <a:lvl2pPr algn="l">
              <a:defRPr sz="5250" b="1">
                <a:solidFill>
                  <a:srgbClr val="087E8B"/>
                </a:solidFill>
                <a:latin typeface="Arial"/>
                <a:ea typeface="Arial"/>
                <a:cs typeface="Arial"/>
              </a:defRPr>
            </a:lvl2pPr>
            <a:lvl3pPr algn="l">
              <a:defRPr sz="5250" b="1">
                <a:solidFill>
                  <a:srgbClr val="087E8B"/>
                </a:solidFill>
                <a:latin typeface="Arial"/>
                <a:ea typeface="Arial"/>
                <a:cs typeface="Arial"/>
              </a:defRPr>
            </a:lvl3pPr>
            <a:lvl4pPr algn="l">
              <a:defRPr sz="5250" b="1">
                <a:solidFill>
                  <a:srgbClr val="087E8B"/>
                </a:solidFill>
                <a:latin typeface="Arial"/>
                <a:ea typeface="Arial"/>
                <a:cs typeface="Arial"/>
              </a:defRPr>
            </a:lvl4pPr>
            <a:lvl5pPr algn="l">
              <a:defRPr sz="5250" b="1">
                <a:solidFill>
                  <a:srgbClr val="087E8B"/>
                </a:solidFill>
                <a:latin typeface="Arial"/>
                <a:ea typeface="Arial"/>
                <a:cs typeface="Arial"/>
              </a:defRPr>
            </a:lvl5pPr>
            <a:lvl6pPr algn="l">
              <a:defRPr sz="5250" b="1">
                <a:solidFill>
                  <a:srgbClr val="087E8B"/>
                </a:solidFill>
                <a:latin typeface="Arial"/>
                <a:ea typeface="Arial"/>
                <a:cs typeface="Arial"/>
              </a:defRPr>
            </a:lvl6pPr>
            <a:lvl7pPr algn="l">
              <a:defRPr sz="5250" b="1">
                <a:solidFill>
                  <a:srgbClr val="087E8B"/>
                </a:solidFill>
                <a:latin typeface="Arial"/>
                <a:ea typeface="Arial"/>
                <a:cs typeface="Arial"/>
              </a:defRPr>
            </a:lvl7pPr>
            <a:lvl8pPr algn="l">
              <a:defRPr sz="5250" b="1">
                <a:solidFill>
                  <a:srgbClr val="087E8B"/>
                </a:solidFill>
                <a:latin typeface="Arial"/>
                <a:ea typeface="Arial"/>
                <a:cs typeface="Arial"/>
              </a:defRPr>
            </a:lvl8pPr>
            <a:lvl9pPr algn="l">
              <a:defRPr sz="5250" b="1">
                <a:solidFill>
                  <a:srgbClr val="087E8B"/>
                </a:solidFill>
                <a:latin typeface="Arial"/>
                <a:ea typeface="Arial"/>
                <a:cs typeface="Arial"/>
              </a:defRPr>
            </a:lvl9pPr>
          </a:lstStyle>
          <a:p xmlns:a="http://schemas.openxmlformats.org/drawingml/2006/main">
            <a:pPr algn="l">
              <a:defRPr sz="5250" b="1">
                <a:solidFill>
                  <a:srgbClr val="087E8B"/>
                </a:solidFill>
                <a:latin typeface="Arial"/>
                <a:ea typeface="Arial"/>
                <a:cs typeface="Arial"/>
              </a:defRPr>
            </a:pPr>
            <a:r>
              <a:rPr sz="5250" b="1">
                <a:solidFill>
                  <a:srgbClr val="087E8B"/>
                </a:solidFill>
                <a:latin typeface="Arial"/>
                <a:ea typeface="Arial"/>
                <a:cs typeface="Arial"/>
              </a:rPr>
              <a:t>10.09%</a:t>
            </a:r>
          </a:p>
        </p:txBody>
      </p:sp>
      <p:sp>
        <p:nvSpPr>
          <p:cNvPr id="5" name="Crypto baseline validation return">
            <a:extLst xmlns:a="http://schemas.openxmlformats.org/drawingml/2006/main">
              <a:ext uri="{FF2B5EF4-FFF2-40B4-BE49-F238E27FC236}">
                <a16:creationId xmlns:a16="http://schemas.microsoft.com/office/drawing/2014/main" id="{08E09A95-03D9-4991-98B7-049F1A86932B}"/>
              </a:ext>
            </a:extLst>
          </p:cNvPr>
          <p:cNvSpPr>
            <a:spLocks xmlns:a="http://schemas.openxmlformats.org/drawingml/2006/main" noGrp="1"/>
          </p:cNvSpPr>
          <p:nvPr/>
        </p:nvSpPr>
        <p:spPr>
          <a:xfrm xmlns:a="http://schemas.openxmlformats.org/drawingml/2006/main">
            <a:off x="685800" y="3314700"/>
            <a:ext cx="5048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62A3A"/>
                </a:solidFill>
                <a:latin typeface="Arial"/>
                <a:ea typeface="Arial"/>
                <a:cs typeface="Arial"/>
              </a:defRPr>
            </a:defPPr>
            <a:lvl1pPr algn="l">
              <a:defRPr sz="2250" b="1">
                <a:solidFill>
                  <a:srgbClr val="162A3A"/>
                </a:solidFill>
                <a:latin typeface="Arial"/>
                <a:ea typeface="Arial"/>
                <a:cs typeface="Arial"/>
              </a:defRPr>
            </a:lvl1pPr>
            <a:lvl2pPr algn="l">
              <a:defRPr sz="2250" b="1">
                <a:solidFill>
                  <a:srgbClr val="162A3A"/>
                </a:solidFill>
                <a:latin typeface="Arial"/>
                <a:ea typeface="Arial"/>
                <a:cs typeface="Arial"/>
              </a:defRPr>
            </a:lvl2pPr>
            <a:lvl3pPr algn="l">
              <a:defRPr sz="2250" b="1">
                <a:solidFill>
                  <a:srgbClr val="162A3A"/>
                </a:solidFill>
                <a:latin typeface="Arial"/>
                <a:ea typeface="Arial"/>
                <a:cs typeface="Arial"/>
              </a:defRPr>
            </a:lvl3pPr>
            <a:lvl4pPr algn="l">
              <a:defRPr sz="2250" b="1">
                <a:solidFill>
                  <a:srgbClr val="162A3A"/>
                </a:solidFill>
                <a:latin typeface="Arial"/>
                <a:ea typeface="Arial"/>
                <a:cs typeface="Arial"/>
              </a:defRPr>
            </a:lvl4pPr>
            <a:lvl5pPr algn="l">
              <a:defRPr sz="2250" b="1">
                <a:solidFill>
                  <a:srgbClr val="162A3A"/>
                </a:solidFill>
                <a:latin typeface="Arial"/>
                <a:ea typeface="Arial"/>
                <a:cs typeface="Arial"/>
              </a:defRPr>
            </a:lvl5pPr>
            <a:lvl6pPr algn="l">
              <a:defRPr sz="2250" b="1">
                <a:solidFill>
                  <a:srgbClr val="162A3A"/>
                </a:solidFill>
                <a:latin typeface="Arial"/>
                <a:ea typeface="Arial"/>
                <a:cs typeface="Arial"/>
              </a:defRPr>
            </a:lvl6pPr>
            <a:lvl7pPr algn="l">
              <a:defRPr sz="2250" b="1">
                <a:solidFill>
                  <a:srgbClr val="162A3A"/>
                </a:solidFill>
                <a:latin typeface="Arial"/>
                <a:ea typeface="Arial"/>
                <a:cs typeface="Arial"/>
              </a:defRPr>
            </a:lvl7pPr>
            <a:lvl8pPr algn="l">
              <a:defRPr sz="2250" b="1">
                <a:solidFill>
                  <a:srgbClr val="162A3A"/>
                </a:solidFill>
                <a:latin typeface="Arial"/>
                <a:ea typeface="Arial"/>
                <a:cs typeface="Arial"/>
              </a:defRPr>
            </a:lvl8pPr>
            <a:lvl9pPr algn="l">
              <a:defRPr sz="2250" b="1">
                <a:solidFill>
                  <a:srgbClr val="162A3A"/>
                </a:solidFill>
                <a:latin typeface="Arial"/>
                <a:ea typeface="Arial"/>
                <a:cs typeface="Arial"/>
              </a:defRPr>
            </a:lvl9pPr>
          </a:lstStyle>
          <a:p xmlns:a="http://schemas.openxmlformats.org/drawingml/2006/main">
            <a:pPr algn="l">
              <a:defRPr sz="2250" b="1">
                <a:solidFill>
                  <a:srgbClr val="162A3A"/>
                </a:solidFill>
                <a:latin typeface="Arial"/>
                <a:ea typeface="Arial"/>
                <a:cs typeface="Arial"/>
              </a:defRPr>
            </a:pPr>
            <a:r>
              <a:rPr sz="2250" b="1">
                <a:solidFill>
                  <a:srgbClr val="162A3A"/>
                </a:solidFill>
                <a:latin typeface="Arial"/>
                <a:ea typeface="Arial"/>
                <a:cs typeface="Arial"/>
              </a:rPr>
              <a:t>Crypto baseline validation return</a:t>
            </a:r>
          </a:p>
        </p:txBody>
      </p:sp>
      <p:sp>
        <p:nvSpPr>
          <p:cNvPr id="6" name="10.77% equal-weight BTC/ETH">
            <a:extLst xmlns:a="http://schemas.openxmlformats.org/drawingml/2006/main">
              <a:ext uri="{FF2B5EF4-FFF2-40B4-BE49-F238E27FC236}">
                <a16:creationId xmlns:a16="http://schemas.microsoft.com/office/drawing/2014/main" id="{6E8B0755-8E52-42F1-8C7D-E54F728D9BE4}"/>
              </a:ext>
            </a:extLst>
          </p:cNvPr>
          <p:cNvSpPr>
            <a:spLocks xmlns:a="http://schemas.openxmlformats.org/drawingml/2006/main" noGrp="1"/>
          </p:cNvSpPr>
          <p:nvPr/>
        </p:nvSpPr>
        <p:spPr>
          <a:xfrm xmlns:a="http://schemas.openxmlformats.org/drawingml/2006/main">
            <a:off x="685800" y="4267200"/>
            <a:ext cx="5048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62A3A"/>
                </a:solidFill>
                <a:latin typeface="Arial"/>
                <a:ea typeface="Arial"/>
                <a:cs typeface="Arial"/>
              </a:defRPr>
            </a:defPPr>
            <a:lvl1pPr algn="l">
              <a:defRPr sz="2250" b="0">
                <a:solidFill>
                  <a:srgbClr val="162A3A"/>
                </a:solidFill>
                <a:latin typeface="Arial"/>
                <a:ea typeface="Arial"/>
                <a:cs typeface="Arial"/>
              </a:defRPr>
            </a:lvl1pPr>
            <a:lvl2pPr algn="l">
              <a:defRPr sz="2250" b="0">
                <a:solidFill>
                  <a:srgbClr val="162A3A"/>
                </a:solidFill>
                <a:latin typeface="Arial"/>
                <a:ea typeface="Arial"/>
                <a:cs typeface="Arial"/>
              </a:defRPr>
            </a:lvl2pPr>
            <a:lvl3pPr algn="l">
              <a:defRPr sz="2250" b="0">
                <a:solidFill>
                  <a:srgbClr val="162A3A"/>
                </a:solidFill>
                <a:latin typeface="Arial"/>
                <a:ea typeface="Arial"/>
                <a:cs typeface="Arial"/>
              </a:defRPr>
            </a:lvl3pPr>
            <a:lvl4pPr algn="l">
              <a:defRPr sz="2250" b="0">
                <a:solidFill>
                  <a:srgbClr val="162A3A"/>
                </a:solidFill>
                <a:latin typeface="Arial"/>
                <a:ea typeface="Arial"/>
                <a:cs typeface="Arial"/>
              </a:defRPr>
            </a:lvl4pPr>
            <a:lvl5pPr algn="l">
              <a:defRPr sz="2250" b="0">
                <a:solidFill>
                  <a:srgbClr val="162A3A"/>
                </a:solidFill>
                <a:latin typeface="Arial"/>
                <a:ea typeface="Arial"/>
                <a:cs typeface="Arial"/>
              </a:defRPr>
            </a:lvl5pPr>
            <a:lvl6pPr algn="l">
              <a:defRPr sz="2250" b="0">
                <a:solidFill>
                  <a:srgbClr val="162A3A"/>
                </a:solidFill>
                <a:latin typeface="Arial"/>
                <a:ea typeface="Arial"/>
                <a:cs typeface="Arial"/>
              </a:defRPr>
            </a:lvl6pPr>
            <a:lvl7pPr algn="l">
              <a:defRPr sz="2250" b="0">
                <a:solidFill>
                  <a:srgbClr val="162A3A"/>
                </a:solidFill>
                <a:latin typeface="Arial"/>
                <a:ea typeface="Arial"/>
                <a:cs typeface="Arial"/>
              </a:defRPr>
            </a:lvl7pPr>
            <a:lvl8pPr algn="l">
              <a:defRPr sz="2250" b="0">
                <a:solidFill>
                  <a:srgbClr val="162A3A"/>
                </a:solidFill>
                <a:latin typeface="Arial"/>
                <a:ea typeface="Arial"/>
                <a:cs typeface="Arial"/>
              </a:defRPr>
            </a:lvl8pPr>
            <a:lvl9pPr algn="l">
              <a:defRPr sz="2250" b="0">
                <a:solidFill>
                  <a:srgbClr val="162A3A"/>
                </a:solidFill>
                <a:latin typeface="Arial"/>
                <a:ea typeface="Arial"/>
                <a:cs typeface="Arial"/>
              </a:defRPr>
            </a:lvl9pPr>
          </a:lstStyle>
          <a:p xmlns:a="http://schemas.openxmlformats.org/drawingml/2006/main">
            <a:pPr algn="l">
              <a:defRPr sz="2250" b="0">
                <a:solidFill>
                  <a:srgbClr val="162A3A"/>
                </a:solidFill>
                <a:latin typeface="Arial"/>
                <a:ea typeface="Arial"/>
                <a:cs typeface="Arial"/>
              </a:defRPr>
            </a:pPr>
            <a:r>
              <a:rPr sz="2250" b="0">
                <a:solidFill>
                  <a:srgbClr val="162A3A"/>
                </a:solidFill>
                <a:latin typeface="Arial"/>
                <a:ea typeface="Arial"/>
                <a:cs typeface="Arial"/>
              </a:rPr>
              <a:t>10.77% equal-weight BTC/ETH</a:t>
            </a:r>
          </a:p>
        </p:txBody>
      </p:sp>
      <p:sp>
        <p:nvSpPr>
          <p:cNvPr id="7" name="Local crypto + pairs prototype">
            <a:extLst xmlns:a="http://schemas.openxmlformats.org/drawingml/2006/main">
              <a:ext uri="{FF2B5EF4-FFF2-40B4-BE49-F238E27FC236}">
                <a16:creationId xmlns:a16="http://schemas.microsoft.com/office/drawing/2014/main" id="{76C6BA7C-733F-4267-9A9A-4AACB0BD6FDD}"/>
              </a:ext>
            </a:extLst>
          </p:cNvPr>
          <p:cNvSpPr>
            <a:spLocks xmlns:a="http://schemas.openxmlformats.org/drawingml/2006/main" noGrp="1"/>
          </p:cNvSpPr>
          <p:nvPr/>
        </p:nvSpPr>
        <p:spPr>
          <a:xfrm xmlns:a="http://schemas.openxmlformats.org/drawingml/2006/main">
            <a:off x="6457950" y="2314575"/>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2A3A"/>
                </a:solidFill>
                <a:latin typeface="Arial"/>
                <a:ea typeface="Arial"/>
                <a:cs typeface="Arial"/>
              </a:defRPr>
            </a:defPPr>
            <a:lvl1pPr algn="l">
              <a:defRPr sz="2400" b="1">
                <a:solidFill>
                  <a:srgbClr val="162A3A"/>
                </a:solidFill>
                <a:latin typeface="Arial"/>
                <a:ea typeface="Arial"/>
                <a:cs typeface="Arial"/>
              </a:defRPr>
            </a:lvl1pPr>
            <a:lvl2pPr algn="l">
              <a:defRPr sz="2400" b="1">
                <a:solidFill>
                  <a:srgbClr val="162A3A"/>
                </a:solidFill>
                <a:latin typeface="Arial"/>
                <a:ea typeface="Arial"/>
                <a:cs typeface="Arial"/>
              </a:defRPr>
            </a:lvl2pPr>
            <a:lvl3pPr algn="l">
              <a:defRPr sz="2400" b="1">
                <a:solidFill>
                  <a:srgbClr val="162A3A"/>
                </a:solidFill>
                <a:latin typeface="Arial"/>
                <a:ea typeface="Arial"/>
                <a:cs typeface="Arial"/>
              </a:defRPr>
            </a:lvl3pPr>
            <a:lvl4pPr algn="l">
              <a:defRPr sz="2400" b="1">
                <a:solidFill>
                  <a:srgbClr val="162A3A"/>
                </a:solidFill>
                <a:latin typeface="Arial"/>
                <a:ea typeface="Arial"/>
                <a:cs typeface="Arial"/>
              </a:defRPr>
            </a:lvl4pPr>
            <a:lvl5pPr algn="l">
              <a:defRPr sz="2400" b="1">
                <a:solidFill>
                  <a:srgbClr val="162A3A"/>
                </a:solidFill>
                <a:latin typeface="Arial"/>
                <a:ea typeface="Arial"/>
                <a:cs typeface="Arial"/>
              </a:defRPr>
            </a:lvl5pPr>
            <a:lvl6pPr algn="l">
              <a:defRPr sz="2400" b="1">
                <a:solidFill>
                  <a:srgbClr val="162A3A"/>
                </a:solidFill>
                <a:latin typeface="Arial"/>
                <a:ea typeface="Arial"/>
                <a:cs typeface="Arial"/>
              </a:defRPr>
            </a:lvl6pPr>
            <a:lvl7pPr algn="l">
              <a:defRPr sz="2400" b="1">
                <a:solidFill>
                  <a:srgbClr val="162A3A"/>
                </a:solidFill>
                <a:latin typeface="Arial"/>
                <a:ea typeface="Arial"/>
                <a:cs typeface="Arial"/>
              </a:defRPr>
            </a:lvl7pPr>
            <a:lvl8pPr algn="l">
              <a:defRPr sz="2400" b="1">
                <a:solidFill>
                  <a:srgbClr val="162A3A"/>
                </a:solidFill>
                <a:latin typeface="Arial"/>
                <a:ea typeface="Arial"/>
                <a:cs typeface="Arial"/>
              </a:defRPr>
            </a:lvl8pPr>
            <a:lvl9pPr algn="l">
              <a:defRPr sz="2400" b="1">
                <a:solidFill>
                  <a:srgbClr val="162A3A"/>
                </a:solidFill>
                <a:latin typeface="Arial"/>
                <a:ea typeface="Arial"/>
                <a:cs typeface="Arial"/>
              </a:defRPr>
            </a:lvl9pPr>
          </a:lstStyle>
          <a:p xmlns:a="http://schemas.openxmlformats.org/drawingml/2006/main">
            <a:pPr algn="l">
              <a:defRPr sz="2400" b="1">
                <a:solidFill>
                  <a:srgbClr val="162A3A"/>
                </a:solidFill>
                <a:latin typeface="Arial"/>
                <a:ea typeface="Arial"/>
                <a:cs typeface="Arial"/>
              </a:defRPr>
            </a:pPr>
            <a:r>
              <a:rPr sz="2400" b="1">
                <a:solidFill>
                  <a:srgbClr val="162A3A"/>
                </a:solidFill>
                <a:latin typeface="Arial"/>
                <a:ea typeface="Arial"/>
                <a:cs typeface="Arial"/>
              </a:rPr>
              <a:t>Local crypto + pairs prototype</a:t>
            </a:r>
          </a:p>
        </p:txBody>
      </p:sp>
      <p:sp>
        <p:nvSpPr>
          <p:cNvPr id="8" name="Recorded intentions, zero fills">
            <a:extLst xmlns:a="http://schemas.openxmlformats.org/drawingml/2006/main">
              <a:ext uri="{FF2B5EF4-FFF2-40B4-BE49-F238E27FC236}">
                <a16:creationId xmlns:a16="http://schemas.microsoft.com/office/drawing/2014/main" id="{F15BAD9A-E84F-43E9-AD88-EACA6E2DF84D}"/>
              </a:ext>
            </a:extLst>
          </p:cNvPr>
          <p:cNvSpPr>
            <a:spLocks xmlns:a="http://schemas.openxmlformats.org/drawingml/2006/main" noGrp="1"/>
          </p:cNvSpPr>
          <p:nvPr/>
        </p:nvSpPr>
        <p:spPr>
          <a:xfrm xmlns:a="http://schemas.openxmlformats.org/drawingml/2006/main">
            <a:off x="6457950" y="2971800"/>
            <a:ext cx="5048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476"/>
                </a:solidFill>
                <a:latin typeface="Arial"/>
                <a:ea typeface="Arial"/>
                <a:cs typeface="Arial"/>
              </a:defRPr>
            </a:defPPr>
            <a:lvl1pPr algn="l">
              <a:defRPr sz="1800" b="0">
                <a:solidFill>
                  <a:srgbClr val="516476"/>
                </a:solidFill>
                <a:latin typeface="Arial"/>
                <a:ea typeface="Arial"/>
                <a:cs typeface="Arial"/>
              </a:defRPr>
            </a:lvl1pPr>
            <a:lvl2pPr algn="l">
              <a:defRPr sz="1800" b="0">
                <a:solidFill>
                  <a:srgbClr val="516476"/>
                </a:solidFill>
                <a:latin typeface="Arial"/>
                <a:ea typeface="Arial"/>
                <a:cs typeface="Arial"/>
              </a:defRPr>
            </a:lvl2pPr>
            <a:lvl3pPr algn="l">
              <a:defRPr sz="1800" b="0">
                <a:solidFill>
                  <a:srgbClr val="516476"/>
                </a:solidFill>
                <a:latin typeface="Arial"/>
                <a:ea typeface="Arial"/>
                <a:cs typeface="Arial"/>
              </a:defRPr>
            </a:lvl3pPr>
            <a:lvl4pPr algn="l">
              <a:defRPr sz="1800" b="0">
                <a:solidFill>
                  <a:srgbClr val="516476"/>
                </a:solidFill>
                <a:latin typeface="Arial"/>
                <a:ea typeface="Arial"/>
                <a:cs typeface="Arial"/>
              </a:defRPr>
            </a:lvl4pPr>
            <a:lvl5pPr algn="l">
              <a:defRPr sz="1800" b="0">
                <a:solidFill>
                  <a:srgbClr val="516476"/>
                </a:solidFill>
                <a:latin typeface="Arial"/>
                <a:ea typeface="Arial"/>
                <a:cs typeface="Arial"/>
              </a:defRPr>
            </a:lvl5pPr>
            <a:lvl6pPr algn="l">
              <a:defRPr sz="1800" b="0">
                <a:solidFill>
                  <a:srgbClr val="516476"/>
                </a:solidFill>
                <a:latin typeface="Arial"/>
                <a:ea typeface="Arial"/>
                <a:cs typeface="Arial"/>
              </a:defRPr>
            </a:lvl6pPr>
            <a:lvl7pPr algn="l">
              <a:defRPr sz="1800" b="0">
                <a:solidFill>
                  <a:srgbClr val="516476"/>
                </a:solidFill>
                <a:latin typeface="Arial"/>
                <a:ea typeface="Arial"/>
                <a:cs typeface="Arial"/>
              </a:defRPr>
            </a:lvl7pPr>
            <a:lvl8pPr algn="l">
              <a:defRPr sz="1800" b="0">
                <a:solidFill>
                  <a:srgbClr val="516476"/>
                </a:solidFill>
                <a:latin typeface="Arial"/>
                <a:ea typeface="Arial"/>
                <a:cs typeface="Arial"/>
              </a:defRPr>
            </a:lvl8pPr>
            <a:lvl9pPr algn="l">
              <a:defRPr sz="1800" b="0">
                <a:solidFill>
                  <a:srgbClr val="516476"/>
                </a:solidFill>
                <a:latin typeface="Arial"/>
                <a:ea typeface="Arial"/>
                <a:cs typeface="Arial"/>
              </a:defRPr>
            </a:lvl9pPr>
          </a:lstStyle>
          <a:p xmlns:a="http://schemas.openxmlformats.org/drawingml/2006/main">
            <a:pPr algn="l">
              <a:defRPr sz="1800" b="0">
                <a:solidFill>
                  <a:srgbClr val="516476"/>
                </a:solidFill>
                <a:latin typeface="Arial"/>
                <a:ea typeface="Arial"/>
                <a:cs typeface="Arial"/>
              </a:defRPr>
            </a:pPr>
            <a:r>
              <a:rPr sz="1800" b="0">
                <a:solidFill>
                  <a:srgbClr val="516476"/>
                </a:solidFill>
                <a:latin typeface="Arial"/>
                <a:ea typeface="Arial"/>
                <a:cs typeface="Arial"/>
              </a:rPr>
              <a:t>Recorded intentions, zero fills</a:t>
            </a:r>
          </a:p>
        </p:txBody>
      </p:sp>
      <p:sp>
        <p:nvSpPr>
          <p:cNvPr id="9" name="Independent coded risk checks">
            <a:extLst xmlns:a="http://schemas.openxmlformats.org/drawingml/2006/main">
              <a:ext uri="{FF2B5EF4-FFF2-40B4-BE49-F238E27FC236}">
                <a16:creationId xmlns:a16="http://schemas.microsoft.com/office/drawing/2014/main" id="{DD534CA0-5594-4922-8BDC-840DE6ABA067}"/>
              </a:ext>
            </a:extLst>
          </p:cNvPr>
          <p:cNvSpPr>
            <a:spLocks xmlns:a="http://schemas.openxmlformats.org/drawingml/2006/main" noGrp="1"/>
          </p:cNvSpPr>
          <p:nvPr/>
        </p:nvSpPr>
        <p:spPr>
          <a:xfrm xmlns:a="http://schemas.openxmlformats.org/drawingml/2006/main">
            <a:off x="6457950" y="347662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62A3A"/>
                </a:solidFill>
                <a:latin typeface="Arial"/>
                <a:ea typeface="Arial"/>
                <a:cs typeface="Arial"/>
              </a:defRPr>
            </a:defPPr>
            <a:lvl1pPr algn="l">
              <a:defRPr sz="2175" b="0">
                <a:solidFill>
                  <a:srgbClr val="162A3A"/>
                </a:solidFill>
                <a:latin typeface="Arial"/>
                <a:ea typeface="Arial"/>
                <a:cs typeface="Arial"/>
              </a:defRPr>
            </a:lvl1pPr>
            <a:lvl2pPr algn="l">
              <a:defRPr sz="2175" b="0">
                <a:solidFill>
                  <a:srgbClr val="162A3A"/>
                </a:solidFill>
                <a:latin typeface="Arial"/>
                <a:ea typeface="Arial"/>
                <a:cs typeface="Arial"/>
              </a:defRPr>
            </a:lvl2pPr>
            <a:lvl3pPr algn="l">
              <a:defRPr sz="2175" b="0">
                <a:solidFill>
                  <a:srgbClr val="162A3A"/>
                </a:solidFill>
                <a:latin typeface="Arial"/>
                <a:ea typeface="Arial"/>
                <a:cs typeface="Arial"/>
              </a:defRPr>
            </a:lvl3pPr>
            <a:lvl4pPr algn="l">
              <a:defRPr sz="2175" b="0">
                <a:solidFill>
                  <a:srgbClr val="162A3A"/>
                </a:solidFill>
                <a:latin typeface="Arial"/>
                <a:ea typeface="Arial"/>
                <a:cs typeface="Arial"/>
              </a:defRPr>
            </a:lvl4pPr>
            <a:lvl5pPr algn="l">
              <a:defRPr sz="2175" b="0">
                <a:solidFill>
                  <a:srgbClr val="162A3A"/>
                </a:solidFill>
                <a:latin typeface="Arial"/>
                <a:ea typeface="Arial"/>
                <a:cs typeface="Arial"/>
              </a:defRPr>
            </a:lvl5pPr>
            <a:lvl6pPr algn="l">
              <a:defRPr sz="2175" b="0">
                <a:solidFill>
                  <a:srgbClr val="162A3A"/>
                </a:solidFill>
                <a:latin typeface="Arial"/>
                <a:ea typeface="Arial"/>
                <a:cs typeface="Arial"/>
              </a:defRPr>
            </a:lvl6pPr>
            <a:lvl7pPr algn="l">
              <a:defRPr sz="2175" b="0">
                <a:solidFill>
                  <a:srgbClr val="162A3A"/>
                </a:solidFill>
                <a:latin typeface="Arial"/>
                <a:ea typeface="Arial"/>
                <a:cs typeface="Arial"/>
              </a:defRPr>
            </a:lvl7pPr>
            <a:lvl8pPr algn="l">
              <a:defRPr sz="2175" b="0">
                <a:solidFill>
                  <a:srgbClr val="162A3A"/>
                </a:solidFill>
                <a:latin typeface="Arial"/>
                <a:ea typeface="Arial"/>
                <a:cs typeface="Arial"/>
              </a:defRPr>
            </a:lvl8pPr>
            <a:lvl9pPr algn="l">
              <a:defRPr sz="2175" b="0">
                <a:solidFill>
                  <a:srgbClr val="162A3A"/>
                </a:solidFill>
                <a:latin typeface="Arial"/>
                <a:ea typeface="Arial"/>
                <a:cs typeface="Arial"/>
              </a:defRPr>
            </a:lvl9pPr>
          </a:lstStyle>
          <a:p xmlns:a="http://schemas.openxmlformats.org/drawingml/2006/main">
            <a:pPr algn="l">
              <a:defRPr sz="2175" b="0">
                <a:solidFill>
                  <a:srgbClr val="162A3A"/>
                </a:solidFill>
                <a:latin typeface="Arial"/>
                <a:ea typeface="Arial"/>
                <a:cs typeface="Arial"/>
              </a:defRPr>
            </a:pPr>
            <a:r>
              <a:rPr sz="2175" b="0">
                <a:solidFill>
                  <a:srgbClr val="162A3A"/>
                </a:solidFill>
                <a:latin typeface="Arial"/>
                <a:ea typeface="Arial"/>
                <a:cs typeface="Arial"/>
              </a:rPr>
              <a:t>Independent coded risk checks</a:t>
            </a:r>
          </a:p>
        </p:txBody>
      </p:sp>
      <p:sp>
        <p:nvSpPr>
          <p:cNvPr id="10" name="Full-fund results pending">
            <a:extLst xmlns:a="http://schemas.openxmlformats.org/drawingml/2006/main">
              <a:ext uri="{FF2B5EF4-FFF2-40B4-BE49-F238E27FC236}">
                <a16:creationId xmlns:a16="http://schemas.microsoft.com/office/drawing/2014/main" id="{ABD19FFE-3161-4ABF-9006-04EFC0B03B46}"/>
              </a:ext>
            </a:extLst>
          </p:cNvPr>
          <p:cNvSpPr>
            <a:spLocks xmlns:a="http://schemas.openxmlformats.org/drawingml/2006/main" noGrp="1"/>
          </p:cNvSpPr>
          <p:nvPr/>
        </p:nvSpPr>
        <p:spPr>
          <a:xfrm xmlns:a="http://schemas.openxmlformats.org/drawingml/2006/main">
            <a:off x="6457950" y="44862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E8B"/>
                </a:solidFill>
                <a:latin typeface="Arial"/>
                <a:ea typeface="Arial"/>
                <a:cs typeface="Arial"/>
              </a:defRPr>
            </a:defPPr>
            <a:lvl1pPr algn="l">
              <a:defRPr sz="2175" b="1">
                <a:solidFill>
                  <a:srgbClr val="087E8B"/>
                </a:solidFill>
                <a:latin typeface="Arial"/>
                <a:ea typeface="Arial"/>
                <a:cs typeface="Arial"/>
              </a:defRPr>
            </a:lvl1pPr>
            <a:lvl2pPr algn="l">
              <a:defRPr sz="2175" b="1">
                <a:solidFill>
                  <a:srgbClr val="087E8B"/>
                </a:solidFill>
                <a:latin typeface="Arial"/>
                <a:ea typeface="Arial"/>
                <a:cs typeface="Arial"/>
              </a:defRPr>
            </a:lvl2pPr>
            <a:lvl3pPr algn="l">
              <a:defRPr sz="2175" b="1">
                <a:solidFill>
                  <a:srgbClr val="087E8B"/>
                </a:solidFill>
                <a:latin typeface="Arial"/>
                <a:ea typeface="Arial"/>
                <a:cs typeface="Arial"/>
              </a:defRPr>
            </a:lvl3pPr>
            <a:lvl4pPr algn="l">
              <a:defRPr sz="2175" b="1">
                <a:solidFill>
                  <a:srgbClr val="087E8B"/>
                </a:solidFill>
                <a:latin typeface="Arial"/>
                <a:ea typeface="Arial"/>
                <a:cs typeface="Arial"/>
              </a:defRPr>
            </a:lvl4pPr>
            <a:lvl5pPr algn="l">
              <a:defRPr sz="2175" b="1">
                <a:solidFill>
                  <a:srgbClr val="087E8B"/>
                </a:solidFill>
                <a:latin typeface="Arial"/>
                <a:ea typeface="Arial"/>
                <a:cs typeface="Arial"/>
              </a:defRPr>
            </a:lvl5pPr>
            <a:lvl6pPr algn="l">
              <a:defRPr sz="2175" b="1">
                <a:solidFill>
                  <a:srgbClr val="087E8B"/>
                </a:solidFill>
                <a:latin typeface="Arial"/>
                <a:ea typeface="Arial"/>
                <a:cs typeface="Arial"/>
              </a:defRPr>
            </a:lvl6pPr>
            <a:lvl7pPr algn="l">
              <a:defRPr sz="2175" b="1">
                <a:solidFill>
                  <a:srgbClr val="087E8B"/>
                </a:solidFill>
                <a:latin typeface="Arial"/>
                <a:ea typeface="Arial"/>
                <a:cs typeface="Arial"/>
              </a:defRPr>
            </a:lvl7pPr>
            <a:lvl8pPr algn="l">
              <a:defRPr sz="2175" b="1">
                <a:solidFill>
                  <a:srgbClr val="087E8B"/>
                </a:solidFill>
                <a:latin typeface="Arial"/>
                <a:ea typeface="Arial"/>
                <a:cs typeface="Arial"/>
              </a:defRPr>
            </a:lvl8pPr>
            <a:lvl9pPr algn="l">
              <a:defRPr sz="2175" b="1">
                <a:solidFill>
                  <a:srgbClr val="087E8B"/>
                </a:solidFill>
                <a:latin typeface="Arial"/>
                <a:ea typeface="Arial"/>
                <a:cs typeface="Arial"/>
              </a:defRPr>
            </a:lvl9pPr>
          </a:lstStyle>
          <a:p xmlns:a="http://schemas.openxmlformats.org/drawingml/2006/main">
            <a:pPr algn="l">
              <a:defRPr sz="2175" b="1">
                <a:solidFill>
                  <a:srgbClr val="087E8B"/>
                </a:solidFill>
                <a:latin typeface="Arial"/>
                <a:ea typeface="Arial"/>
                <a:cs typeface="Arial"/>
              </a:defRPr>
            </a:pPr>
            <a:r>
              <a:rPr sz="2175" b="1">
                <a:solidFill>
                  <a:srgbClr val="087E8B"/>
                </a:solidFill>
                <a:latin typeface="Arial"/>
                <a:ea typeface="Arial"/>
                <a:cs typeface="Arial"/>
              </a:rPr>
              <a:t>Full-fund results pending</a:t>
            </a:r>
          </a:p>
        </p:txBody>
      </p:sp>
      <p:sp>
        <p:nvSpPr>
          <p:cNvPr id="11" name="1 Jan 2024–31 Jul 2026. Baseline includes a 10 bps turnover cost model.">
            <a:extLst xmlns:a="http://schemas.openxmlformats.org/drawingml/2006/main">
              <a:ext uri="{FF2B5EF4-FFF2-40B4-BE49-F238E27FC236}">
                <a16:creationId xmlns:a16="http://schemas.microsoft.com/office/drawing/2014/main" id="{A89D5EE6-B395-4F63-BDED-0BE4E78C6B69}"/>
              </a:ext>
            </a:extLst>
          </p:cNvPr>
          <p:cNvSpPr>
            <a:spLocks xmlns:a="http://schemas.openxmlformats.org/drawingml/2006/main" noGrp="1"/>
          </p:cNvSpPr>
          <p:nvPr/>
        </p:nvSpPr>
        <p:spPr>
          <a:xfrm xmlns:a="http://schemas.openxmlformats.org/drawingml/2006/main">
            <a:off x="685800" y="57721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476"/>
                </a:solidFill>
                <a:latin typeface="Arial"/>
                <a:ea typeface="Arial"/>
                <a:cs typeface="Arial"/>
              </a:defRPr>
            </a:defPPr>
            <a:lvl1pPr algn="l">
              <a:defRPr sz="1800" b="0">
                <a:solidFill>
                  <a:srgbClr val="516476"/>
                </a:solidFill>
                <a:latin typeface="Arial"/>
                <a:ea typeface="Arial"/>
                <a:cs typeface="Arial"/>
              </a:defRPr>
            </a:lvl1pPr>
            <a:lvl2pPr algn="l">
              <a:defRPr sz="1800" b="0">
                <a:solidFill>
                  <a:srgbClr val="516476"/>
                </a:solidFill>
                <a:latin typeface="Arial"/>
                <a:ea typeface="Arial"/>
                <a:cs typeface="Arial"/>
              </a:defRPr>
            </a:lvl2pPr>
            <a:lvl3pPr algn="l">
              <a:defRPr sz="1800" b="0">
                <a:solidFill>
                  <a:srgbClr val="516476"/>
                </a:solidFill>
                <a:latin typeface="Arial"/>
                <a:ea typeface="Arial"/>
                <a:cs typeface="Arial"/>
              </a:defRPr>
            </a:lvl3pPr>
            <a:lvl4pPr algn="l">
              <a:defRPr sz="1800" b="0">
                <a:solidFill>
                  <a:srgbClr val="516476"/>
                </a:solidFill>
                <a:latin typeface="Arial"/>
                <a:ea typeface="Arial"/>
                <a:cs typeface="Arial"/>
              </a:defRPr>
            </a:lvl4pPr>
            <a:lvl5pPr algn="l">
              <a:defRPr sz="1800" b="0">
                <a:solidFill>
                  <a:srgbClr val="516476"/>
                </a:solidFill>
                <a:latin typeface="Arial"/>
                <a:ea typeface="Arial"/>
                <a:cs typeface="Arial"/>
              </a:defRPr>
            </a:lvl5pPr>
            <a:lvl6pPr algn="l">
              <a:defRPr sz="1800" b="0">
                <a:solidFill>
                  <a:srgbClr val="516476"/>
                </a:solidFill>
                <a:latin typeface="Arial"/>
                <a:ea typeface="Arial"/>
                <a:cs typeface="Arial"/>
              </a:defRPr>
            </a:lvl6pPr>
            <a:lvl7pPr algn="l">
              <a:defRPr sz="1800" b="0">
                <a:solidFill>
                  <a:srgbClr val="516476"/>
                </a:solidFill>
                <a:latin typeface="Arial"/>
                <a:ea typeface="Arial"/>
                <a:cs typeface="Arial"/>
              </a:defRPr>
            </a:lvl7pPr>
            <a:lvl8pPr algn="l">
              <a:defRPr sz="1800" b="0">
                <a:solidFill>
                  <a:srgbClr val="516476"/>
                </a:solidFill>
                <a:latin typeface="Arial"/>
                <a:ea typeface="Arial"/>
                <a:cs typeface="Arial"/>
              </a:defRPr>
            </a:lvl8pPr>
            <a:lvl9pPr algn="l">
              <a:defRPr sz="1800" b="0">
                <a:solidFill>
                  <a:srgbClr val="516476"/>
                </a:solidFill>
                <a:latin typeface="Arial"/>
                <a:ea typeface="Arial"/>
                <a:cs typeface="Arial"/>
              </a:defRPr>
            </a:lvl9pPr>
          </a:lstStyle>
          <a:p xmlns:a="http://schemas.openxmlformats.org/drawingml/2006/main">
            <a:pPr algn="l">
              <a:defRPr sz="1800" b="0">
                <a:solidFill>
                  <a:srgbClr val="516476"/>
                </a:solidFill>
                <a:latin typeface="Arial"/>
                <a:ea typeface="Arial"/>
                <a:cs typeface="Arial"/>
              </a:defRPr>
            </a:pPr>
            <a:r>
              <a:rPr sz="1800" b="0">
                <a:solidFill>
                  <a:srgbClr val="516476"/>
                </a:solidFill>
                <a:latin typeface="Arial"/>
                <a:ea typeface="Arial"/>
                <a:cs typeface="Arial"/>
              </a:rPr>
              <a:t>1 Jan 2024–31 Jul 2026. Baseline includes a 10 bps turnover cost model.</a:t>
            </a:r>
          </a:p>
        </p:txBody>
      </p:sp>
    </p:spTree>
    <p:extLst>
      <p:ext uri="{BB962C8B-B14F-4D97-AF65-F5344CB8AC3E}">
        <p14:creationId xmlns:p14="http://schemas.microsoft.com/office/powerpoint/2010/main" val="189234883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An auditable paper pilot">
            <a:extLst xmlns:a="http://schemas.openxmlformats.org/drawingml/2006/main">
              <a:ext uri="{FF2B5EF4-FFF2-40B4-BE49-F238E27FC236}">
                <a16:creationId xmlns:a16="http://schemas.microsoft.com/office/drawing/2014/main" id="{B61FCB63-9109-473A-B957-3ED963B80135}"/>
              </a:ext>
            </a:extLst>
          </p:cNvPr>
          <p:cNvSpPr>
            <a:spLocks xmlns:a="http://schemas.openxmlformats.org/drawingml/2006/main" noGrp="1"/>
          </p:cNvSpPr>
          <p:nvPr/>
        </p:nvSpPr>
        <p:spPr>
          <a:xfrm xmlns:a="http://schemas.openxmlformats.org/drawingml/2006/main">
            <a:off x="685800" y="4572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A3A"/>
                </a:solidFill>
                <a:latin typeface="Arial"/>
                <a:ea typeface="Arial"/>
                <a:cs typeface="Arial"/>
              </a:defRPr>
            </a:defPPr>
            <a:lvl1pPr algn="l">
              <a:defRPr sz="3300" b="1">
                <a:solidFill>
                  <a:srgbClr val="162A3A"/>
                </a:solidFill>
                <a:latin typeface="Arial"/>
                <a:ea typeface="Arial"/>
                <a:cs typeface="Arial"/>
              </a:defRPr>
            </a:lvl1pPr>
            <a:lvl2pPr algn="l">
              <a:defRPr sz="3300" b="1">
                <a:solidFill>
                  <a:srgbClr val="162A3A"/>
                </a:solidFill>
                <a:latin typeface="Arial"/>
                <a:ea typeface="Arial"/>
                <a:cs typeface="Arial"/>
              </a:defRPr>
            </a:lvl2pPr>
            <a:lvl3pPr algn="l">
              <a:defRPr sz="3300" b="1">
                <a:solidFill>
                  <a:srgbClr val="162A3A"/>
                </a:solidFill>
                <a:latin typeface="Arial"/>
                <a:ea typeface="Arial"/>
                <a:cs typeface="Arial"/>
              </a:defRPr>
            </a:lvl3pPr>
            <a:lvl4pPr algn="l">
              <a:defRPr sz="3300" b="1">
                <a:solidFill>
                  <a:srgbClr val="162A3A"/>
                </a:solidFill>
                <a:latin typeface="Arial"/>
                <a:ea typeface="Arial"/>
                <a:cs typeface="Arial"/>
              </a:defRPr>
            </a:lvl4pPr>
            <a:lvl5pPr algn="l">
              <a:defRPr sz="3300" b="1">
                <a:solidFill>
                  <a:srgbClr val="162A3A"/>
                </a:solidFill>
                <a:latin typeface="Arial"/>
                <a:ea typeface="Arial"/>
                <a:cs typeface="Arial"/>
              </a:defRPr>
            </a:lvl5pPr>
            <a:lvl6pPr algn="l">
              <a:defRPr sz="3300" b="1">
                <a:solidFill>
                  <a:srgbClr val="162A3A"/>
                </a:solidFill>
                <a:latin typeface="Arial"/>
                <a:ea typeface="Arial"/>
                <a:cs typeface="Arial"/>
              </a:defRPr>
            </a:lvl6pPr>
            <a:lvl7pPr algn="l">
              <a:defRPr sz="3300" b="1">
                <a:solidFill>
                  <a:srgbClr val="162A3A"/>
                </a:solidFill>
                <a:latin typeface="Arial"/>
                <a:ea typeface="Arial"/>
                <a:cs typeface="Arial"/>
              </a:defRPr>
            </a:lvl7pPr>
            <a:lvl8pPr algn="l">
              <a:defRPr sz="3300" b="1">
                <a:solidFill>
                  <a:srgbClr val="162A3A"/>
                </a:solidFill>
                <a:latin typeface="Arial"/>
                <a:ea typeface="Arial"/>
                <a:cs typeface="Arial"/>
              </a:defRPr>
            </a:lvl8pPr>
            <a:lvl9pPr algn="l">
              <a:defRPr sz="3300" b="1">
                <a:solidFill>
                  <a:srgbClr val="162A3A"/>
                </a:solidFill>
                <a:latin typeface="Arial"/>
                <a:ea typeface="Arial"/>
                <a:cs typeface="Arial"/>
              </a:defRPr>
            </a:lvl9pPr>
          </a:lstStyle>
          <a:p xmlns:a="http://schemas.openxmlformats.org/drawingml/2006/main">
            <a:pPr algn="l">
              <a:defRPr sz="3300" b="1">
                <a:solidFill>
                  <a:srgbClr val="162A3A"/>
                </a:solidFill>
                <a:latin typeface="Arial"/>
                <a:ea typeface="Arial"/>
                <a:cs typeface="Arial"/>
              </a:defRPr>
            </a:pPr>
            <a:r>
              <a:rPr sz="3300" b="1">
                <a:solidFill>
                  <a:srgbClr val="162A3A"/>
                </a:solidFill>
                <a:latin typeface="Arial"/>
                <a:ea typeface="Arial"/>
                <a:cs typeface="Arial"/>
              </a:rPr>
              <a:t>An auditable paper pilot</a:t>
            </a:r>
          </a:p>
        </p:txBody>
      </p:sp>
      <p:sp>
        <p:nvSpPr>
          <p:cNvPr id="2" name="45–60 seconds">
            <a:extLst xmlns:a="http://schemas.openxmlformats.org/drawingml/2006/main">
              <a:ext uri="{FF2B5EF4-FFF2-40B4-BE49-F238E27FC236}">
                <a16:creationId xmlns:a16="http://schemas.microsoft.com/office/drawing/2014/main" id="{DB31EB51-D057-47BE-AC2C-4AF89CC5F6A6}"/>
              </a:ext>
            </a:extLst>
          </p:cNvPr>
          <p:cNvSpPr>
            <a:spLocks xmlns:a="http://schemas.openxmlformats.org/drawingml/2006/main" noGrp="1"/>
          </p:cNvSpPr>
          <p:nvPr/>
        </p:nvSpPr>
        <p:spPr>
          <a:xfrm xmlns:a="http://schemas.openxmlformats.org/drawingml/2006/main">
            <a:off x="685800" y="12001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476"/>
                </a:solidFill>
                <a:latin typeface="Arial"/>
                <a:ea typeface="Arial"/>
                <a:cs typeface="Arial"/>
              </a:defRPr>
            </a:defPPr>
            <a:lvl1pPr algn="l">
              <a:defRPr sz="1875" b="0">
                <a:solidFill>
                  <a:srgbClr val="516476"/>
                </a:solidFill>
                <a:latin typeface="Arial"/>
                <a:ea typeface="Arial"/>
                <a:cs typeface="Arial"/>
              </a:defRPr>
            </a:lvl1pPr>
            <a:lvl2pPr algn="l">
              <a:defRPr sz="1875" b="0">
                <a:solidFill>
                  <a:srgbClr val="516476"/>
                </a:solidFill>
                <a:latin typeface="Arial"/>
                <a:ea typeface="Arial"/>
                <a:cs typeface="Arial"/>
              </a:defRPr>
            </a:lvl2pPr>
            <a:lvl3pPr algn="l">
              <a:defRPr sz="1875" b="0">
                <a:solidFill>
                  <a:srgbClr val="516476"/>
                </a:solidFill>
                <a:latin typeface="Arial"/>
                <a:ea typeface="Arial"/>
                <a:cs typeface="Arial"/>
              </a:defRPr>
            </a:lvl3pPr>
            <a:lvl4pPr algn="l">
              <a:defRPr sz="1875" b="0">
                <a:solidFill>
                  <a:srgbClr val="516476"/>
                </a:solidFill>
                <a:latin typeface="Arial"/>
                <a:ea typeface="Arial"/>
                <a:cs typeface="Arial"/>
              </a:defRPr>
            </a:lvl4pPr>
            <a:lvl5pPr algn="l">
              <a:defRPr sz="1875" b="0">
                <a:solidFill>
                  <a:srgbClr val="516476"/>
                </a:solidFill>
                <a:latin typeface="Arial"/>
                <a:ea typeface="Arial"/>
                <a:cs typeface="Arial"/>
              </a:defRPr>
            </a:lvl5pPr>
            <a:lvl6pPr algn="l">
              <a:defRPr sz="1875" b="0">
                <a:solidFill>
                  <a:srgbClr val="516476"/>
                </a:solidFill>
                <a:latin typeface="Arial"/>
                <a:ea typeface="Arial"/>
                <a:cs typeface="Arial"/>
              </a:defRPr>
            </a:lvl6pPr>
            <a:lvl7pPr algn="l">
              <a:defRPr sz="1875" b="0">
                <a:solidFill>
                  <a:srgbClr val="516476"/>
                </a:solidFill>
                <a:latin typeface="Arial"/>
                <a:ea typeface="Arial"/>
                <a:cs typeface="Arial"/>
              </a:defRPr>
            </a:lvl7pPr>
            <a:lvl8pPr algn="l">
              <a:defRPr sz="1875" b="0">
                <a:solidFill>
                  <a:srgbClr val="516476"/>
                </a:solidFill>
                <a:latin typeface="Arial"/>
                <a:ea typeface="Arial"/>
                <a:cs typeface="Arial"/>
              </a:defRPr>
            </a:lvl8pPr>
            <a:lvl9pPr algn="l">
              <a:defRPr sz="1875" b="0">
                <a:solidFill>
                  <a:srgbClr val="516476"/>
                </a:solidFill>
                <a:latin typeface="Arial"/>
                <a:ea typeface="Arial"/>
                <a:cs typeface="Arial"/>
              </a:defRPr>
            </a:lvl9pPr>
          </a:lstStyle>
          <a:p xmlns:a="http://schemas.openxmlformats.org/drawingml/2006/main">
            <a:pPr algn="l">
              <a:defRPr sz="1875" b="0">
                <a:solidFill>
                  <a:srgbClr val="516476"/>
                </a:solidFill>
                <a:latin typeface="Arial"/>
                <a:ea typeface="Arial"/>
                <a:cs typeface="Arial"/>
              </a:defRPr>
            </a:pPr>
            <a:r>
              <a:rPr sz="1875" b="0">
                <a:solidFill>
                  <a:srgbClr val="516476"/>
                </a:solidFill>
                <a:latin typeface="Arial"/>
                <a:ea typeface="Arial"/>
                <a:cs typeface="Arial"/>
              </a:rPr>
              <a:t>45–60 seconds</a:t>
            </a:r>
          </a:p>
        </p:txBody>
      </p:sp>
      <p:sp>
        <p:nvSpPr>
          <p:cNvPr id="3" name="04">
            <a:extLst xmlns:a="http://schemas.openxmlformats.org/drawingml/2006/main">
              <a:ext uri="{FF2B5EF4-FFF2-40B4-BE49-F238E27FC236}">
                <a16:creationId xmlns:a16="http://schemas.microsoft.com/office/drawing/2014/main" id="{96A07509-DF1F-45C2-88BE-A82731543ACE}"/>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16476"/>
                </a:solidFill>
                <a:latin typeface="Arial"/>
                <a:ea typeface="Arial"/>
                <a:cs typeface="Arial"/>
              </a:defRPr>
            </a:defPPr>
            <a:lvl1pPr algn="r">
              <a:defRPr sz="1275" b="0">
                <a:solidFill>
                  <a:srgbClr val="516476"/>
                </a:solidFill>
                <a:latin typeface="Arial"/>
                <a:ea typeface="Arial"/>
                <a:cs typeface="Arial"/>
              </a:defRPr>
            </a:lvl1pPr>
            <a:lvl2pPr algn="r">
              <a:defRPr sz="1275" b="0">
                <a:solidFill>
                  <a:srgbClr val="516476"/>
                </a:solidFill>
                <a:latin typeface="Arial"/>
                <a:ea typeface="Arial"/>
                <a:cs typeface="Arial"/>
              </a:defRPr>
            </a:lvl2pPr>
            <a:lvl3pPr algn="r">
              <a:defRPr sz="1275" b="0">
                <a:solidFill>
                  <a:srgbClr val="516476"/>
                </a:solidFill>
                <a:latin typeface="Arial"/>
                <a:ea typeface="Arial"/>
                <a:cs typeface="Arial"/>
              </a:defRPr>
            </a:lvl3pPr>
            <a:lvl4pPr algn="r">
              <a:defRPr sz="1275" b="0">
                <a:solidFill>
                  <a:srgbClr val="516476"/>
                </a:solidFill>
                <a:latin typeface="Arial"/>
                <a:ea typeface="Arial"/>
                <a:cs typeface="Arial"/>
              </a:defRPr>
            </a:lvl4pPr>
            <a:lvl5pPr algn="r">
              <a:defRPr sz="1275" b="0">
                <a:solidFill>
                  <a:srgbClr val="516476"/>
                </a:solidFill>
                <a:latin typeface="Arial"/>
                <a:ea typeface="Arial"/>
                <a:cs typeface="Arial"/>
              </a:defRPr>
            </a:lvl5pPr>
            <a:lvl6pPr algn="r">
              <a:defRPr sz="1275" b="0">
                <a:solidFill>
                  <a:srgbClr val="516476"/>
                </a:solidFill>
                <a:latin typeface="Arial"/>
                <a:ea typeface="Arial"/>
                <a:cs typeface="Arial"/>
              </a:defRPr>
            </a:lvl6pPr>
            <a:lvl7pPr algn="r">
              <a:defRPr sz="1275" b="0">
                <a:solidFill>
                  <a:srgbClr val="516476"/>
                </a:solidFill>
                <a:latin typeface="Arial"/>
                <a:ea typeface="Arial"/>
                <a:cs typeface="Arial"/>
              </a:defRPr>
            </a:lvl7pPr>
            <a:lvl8pPr algn="r">
              <a:defRPr sz="1275" b="0">
                <a:solidFill>
                  <a:srgbClr val="516476"/>
                </a:solidFill>
                <a:latin typeface="Arial"/>
                <a:ea typeface="Arial"/>
                <a:cs typeface="Arial"/>
              </a:defRPr>
            </a:lvl8pPr>
            <a:lvl9pPr algn="r">
              <a:defRPr sz="1275" b="0">
                <a:solidFill>
                  <a:srgbClr val="516476"/>
                </a:solidFill>
                <a:latin typeface="Arial"/>
                <a:ea typeface="Arial"/>
                <a:cs typeface="Arial"/>
              </a:defRPr>
            </a:lvl9pPr>
          </a:lstStyle>
          <a:p xmlns:a="http://schemas.openxmlformats.org/drawingml/2006/main">
            <a:pPr algn="r">
              <a:defRPr sz="1275" b="0">
                <a:solidFill>
                  <a:srgbClr val="516476"/>
                </a:solidFill>
                <a:latin typeface="Arial"/>
                <a:ea typeface="Arial"/>
                <a:cs typeface="Arial"/>
              </a:defRPr>
            </a:pPr>
            <a:r>
              <a:rPr sz="1275" b="0">
                <a:solidFill>
                  <a:srgbClr val="516476"/>
                </a:solidFill>
                <a:latin typeface="Arial"/>
                <a:ea typeface="Arial"/>
                <a:cs typeface="Arial"/>
              </a:rPr>
              <a:t>04</a:t>
            </a:r>
          </a:p>
        </p:txBody>
      </p:sp>
      <p:sp>
        <p:nvSpPr>
          <p:cNvPr id="4" name="Every PM proposal has a record">
            <a:extLst xmlns:a="http://schemas.openxmlformats.org/drawingml/2006/main">
              <a:ext uri="{FF2B5EF4-FFF2-40B4-BE49-F238E27FC236}">
                <a16:creationId xmlns:a16="http://schemas.microsoft.com/office/drawing/2014/main" id="{2CDC1804-CA05-4064-A782-87EE0380CA5E}"/>
              </a:ext>
            </a:extLst>
          </p:cNvPr>
          <p:cNvSpPr>
            <a:spLocks xmlns:a="http://schemas.openxmlformats.org/drawingml/2006/main" noGrp="1"/>
          </p:cNvSpPr>
          <p:nvPr/>
        </p:nvSpPr>
        <p:spPr>
          <a:xfrm xmlns:a="http://schemas.openxmlformats.org/drawingml/2006/main">
            <a:off x="685800" y="21717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62A3A"/>
                </a:solidFill>
                <a:latin typeface="Arial"/>
                <a:ea typeface="Arial"/>
                <a:cs typeface="Arial"/>
              </a:defRPr>
            </a:defPPr>
            <a:lvl1pPr algn="l">
              <a:defRPr sz="3225" b="1">
                <a:solidFill>
                  <a:srgbClr val="162A3A"/>
                </a:solidFill>
                <a:latin typeface="Arial"/>
                <a:ea typeface="Arial"/>
                <a:cs typeface="Arial"/>
              </a:defRPr>
            </a:lvl1pPr>
            <a:lvl2pPr algn="l">
              <a:defRPr sz="3225" b="1">
                <a:solidFill>
                  <a:srgbClr val="162A3A"/>
                </a:solidFill>
                <a:latin typeface="Arial"/>
                <a:ea typeface="Arial"/>
                <a:cs typeface="Arial"/>
              </a:defRPr>
            </a:lvl2pPr>
            <a:lvl3pPr algn="l">
              <a:defRPr sz="3225" b="1">
                <a:solidFill>
                  <a:srgbClr val="162A3A"/>
                </a:solidFill>
                <a:latin typeface="Arial"/>
                <a:ea typeface="Arial"/>
                <a:cs typeface="Arial"/>
              </a:defRPr>
            </a:lvl3pPr>
            <a:lvl4pPr algn="l">
              <a:defRPr sz="3225" b="1">
                <a:solidFill>
                  <a:srgbClr val="162A3A"/>
                </a:solidFill>
                <a:latin typeface="Arial"/>
                <a:ea typeface="Arial"/>
                <a:cs typeface="Arial"/>
              </a:defRPr>
            </a:lvl4pPr>
            <a:lvl5pPr algn="l">
              <a:defRPr sz="3225" b="1">
                <a:solidFill>
                  <a:srgbClr val="162A3A"/>
                </a:solidFill>
                <a:latin typeface="Arial"/>
                <a:ea typeface="Arial"/>
                <a:cs typeface="Arial"/>
              </a:defRPr>
            </a:lvl5pPr>
            <a:lvl6pPr algn="l">
              <a:defRPr sz="3225" b="1">
                <a:solidFill>
                  <a:srgbClr val="162A3A"/>
                </a:solidFill>
                <a:latin typeface="Arial"/>
                <a:ea typeface="Arial"/>
                <a:cs typeface="Arial"/>
              </a:defRPr>
            </a:lvl6pPr>
            <a:lvl7pPr algn="l">
              <a:defRPr sz="3225" b="1">
                <a:solidFill>
                  <a:srgbClr val="162A3A"/>
                </a:solidFill>
                <a:latin typeface="Arial"/>
                <a:ea typeface="Arial"/>
                <a:cs typeface="Arial"/>
              </a:defRPr>
            </a:lvl7pPr>
            <a:lvl8pPr algn="l">
              <a:defRPr sz="3225" b="1">
                <a:solidFill>
                  <a:srgbClr val="162A3A"/>
                </a:solidFill>
                <a:latin typeface="Arial"/>
                <a:ea typeface="Arial"/>
                <a:cs typeface="Arial"/>
              </a:defRPr>
            </a:lvl8pPr>
            <a:lvl9pPr algn="l">
              <a:defRPr sz="3225" b="1">
                <a:solidFill>
                  <a:srgbClr val="162A3A"/>
                </a:solidFill>
                <a:latin typeface="Arial"/>
                <a:ea typeface="Arial"/>
                <a:cs typeface="Arial"/>
              </a:defRPr>
            </a:lvl9pPr>
          </a:lstStyle>
          <a:p xmlns:a="http://schemas.openxmlformats.org/drawingml/2006/main">
            <a:pPr algn="l">
              <a:defRPr sz="3225" b="1">
                <a:solidFill>
                  <a:srgbClr val="162A3A"/>
                </a:solidFill>
                <a:latin typeface="Arial"/>
                <a:ea typeface="Arial"/>
                <a:cs typeface="Arial"/>
              </a:defRPr>
            </a:pPr>
            <a:r>
              <a:rPr sz="3225" b="1">
                <a:solidFill>
                  <a:srgbClr val="162A3A"/>
                </a:solidFill>
                <a:latin typeface="Arial"/>
                <a:ea typeface="Arial"/>
                <a:cs typeface="Arial"/>
              </a:rPr>
              <a:t>Every PM proposal has a record</a:t>
            </a:r>
          </a:p>
        </p:txBody>
      </p:sp>
      <p:sp>
        <p:nvSpPr>
          <p:cNvPr id="5" name="Every risk decision has a reason">
            <a:extLst xmlns:a="http://schemas.openxmlformats.org/drawingml/2006/main">
              <a:ext uri="{FF2B5EF4-FFF2-40B4-BE49-F238E27FC236}">
                <a16:creationId xmlns:a16="http://schemas.microsoft.com/office/drawing/2014/main" id="{C7495C44-254B-45B1-806F-76F979E031A9}"/>
              </a:ext>
            </a:extLst>
          </p:cNvPr>
          <p:cNvSpPr>
            <a:spLocks xmlns:a="http://schemas.openxmlformats.org/drawingml/2006/main" noGrp="1"/>
          </p:cNvSpPr>
          <p:nvPr/>
        </p:nvSpPr>
        <p:spPr>
          <a:xfrm xmlns:a="http://schemas.openxmlformats.org/drawingml/2006/main">
            <a:off x="685800" y="3305175"/>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62A3A"/>
                </a:solidFill>
                <a:latin typeface="Arial"/>
                <a:ea typeface="Arial"/>
                <a:cs typeface="Arial"/>
              </a:defRPr>
            </a:defPPr>
            <a:lvl1pPr algn="l">
              <a:defRPr sz="3225" b="1">
                <a:solidFill>
                  <a:srgbClr val="162A3A"/>
                </a:solidFill>
                <a:latin typeface="Arial"/>
                <a:ea typeface="Arial"/>
                <a:cs typeface="Arial"/>
              </a:defRPr>
            </a:lvl1pPr>
            <a:lvl2pPr algn="l">
              <a:defRPr sz="3225" b="1">
                <a:solidFill>
                  <a:srgbClr val="162A3A"/>
                </a:solidFill>
                <a:latin typeface="Arial"/>
                <a:ea typeface="Arial"/>
                <a:cs typeface="Arial"/>
              </a:defRPr>
            </a:lvl2pPr>
            <a:lvl3pPr algn="l">
              <a:defRPr sz="3225" b="1">
                <a:solidFill>
                  <a:srgbClr val="162A3A"/>
                </a:solidFill>
                <a:latin typeface="Arial"/>
                <a:ea typeface="Arial"/>
                <a:cs typeface="Arial"/>
              </a:defRPr>
            </a:lvl3pPr>
            <a:lvl4pPr algn="l">
              <a:defRPr sz="3225" b="1">
                <a:solidFill>
                  <a:srgbClr val="162A3A"/>
                </a:solidFill>
                <a:latin typeface="Arial"/>
                <a:ea typeface="Arial"/>
                <a:cs typeface="Arial"/>
              </a:defRPr>
            </a:lvl4pPr>
            <a:lvl5pPr algn="l">
              <a:defRPr sz="3225" b="1">
                <a:solidFill>
                  <a:srgbClr val="162A3A"/>
                </a:solidFill>
                <a:latin typeface="Arial"/>
                <a:ea typeface="Arial"/>
                <a:cs typeface="Arial"/>
              </a:defRPr>
            </a:lvl5pPr>
            <a:lvl6pPr algn="l">
              <a:defRPr sz="3225" b="1">
                <a:solidFill>
                  <a:srgbClr val="162A3A"/>
                </a:solidFill>
                <a:latin typeface="Arial"/>
                <a:ea typeface="Arial"/>
                <a:cs typeface="Arial"/>
              </a:defRPr>
            </a:lvl6pPr>
            <a:lvl7pPr algn="l">
              <a:defRPr sz="3225" b="1">
                <a:solidFill>
                  <a:srgbClr val="162A3A"/>
                </a:solidFill>
                <a:latin typeface="Arial"/>
                <a:ea typeface="Arial"/>
                <a:cs typeface="Arial"/>
              </a:defRPr>
            </a:lvl7pPr>
            <a:lvl8pPr algn="l">
              <a:defRPr sz="3225" b="1">
                <a:solidFill>
                  <a:srgbClr val="162A3A"/>
                </a:solidFill>
                <a:latin typeface="Arial"/>
                <a:ea typeface="Arial"/>
                <a:cs typeface="Arial"/>
              </a:defRPr>
            </a:lvl8pPr>
            <a:lvl9pPr algn="l">
              <a:defRPr sz="3225" b="1">
                <a:solidFill>
                  <a:srgbClr val="162A3A"/>
                </a:solidFill>
                <a:latin typeface="Arial"/>
                <a:ea typeface="Arial"/>
                <a:cs typeface="Arial"/>
              </a:defRPr>
            </a:lvl9pPr>
          </a:lstStyle>
          <a:p xmlns:a="http://schemas.openxmlformats.org/drawingml/2006/main">
            <a:pPr algn="l">
              <a:defRPr sz="3225" b="1">
                <a:solidFill>
                  <a:srgbClr val="162A3A"/>
                </a:solidFill>
                <a:latin typeface="Arial"/>
                <a:ea typeface="Arial"/>
                <a:cs typeface="Arial"/>
              </a:defRPr>
            </a:pPr>
            <a:r>
              <a:rPr sz="3225" b="1">
                <a:solidFill>
                  <a:srgbClr val="162A3A"/>
                </a:solidFill>
                <a:latin typeface="Arial"/>
                <a:ea typeface="Arial"/>
                <a:cs typeface="Arial"/>
              </a:rPr>
              <a:t>Every risk decision has a reason</a:t>
            </a:r>
          </a:p>
        </p:txBody>
      </p:sp>
      <p:sp>
        <p:nvSpPr>
          <p:cNvPr id="6" name="Final results must justify the investment case">
            <a:extLst xmlns:a="http://schemas.openxmlformats.org/drawingml/2006/main">
              <a:ext uri="{FF2B5EF4-FFF2-40B4-BE49-F238E27FC236}">
                <a16:creationId xmlns:a16="http://schemas.microsoft.com/office/drawing/2014/main" id="{8AF03F31-D8EA-435C-ACBA-75EA0DDF8BE4}"/>
              </a:ext>
            </a:extLst>
          </p:cNvPr>
          <p:cNvSpPr>
            <a:spLocks xmlns:a="http://schemas.openxmlformats.org/drawingml/2006/main" noGrp="1"/>
          </p:cNvSpPr>
          <p:nvPr/>
        </p:nvSpPr>
        <p:spPr>
          <a:xfrm xmlns:a="http://schemas.openxmlformats.org/drawingml/2006/main">
            <a:off x="685800" y="44386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087E8B"/>
                </a:solidFill>
                <a:latin typeface="Arial"/>
                <a:ea typeface="Arial"/>
                <a:cs typeface="Arial"/>
              </a:defRPr>
            </a:defPPr>
            <a:lvl1pPr algn="l">
              <a:defRPr sz="3075" b="1">
                <a:solidFill>
                  <a:srgbClr val="087E8B"/>
                </a:solidFill>
                <a:latin typeface="Arial"/>
                <a:ea typeface="Arial"/>
                <a:cs typeface="Arial"/>
              </a:defRPr>
            </a:lvl1pPr>
            <a:lvl2pPr algn="l">
              <a:defRPr sz="3075" b="1">
                <a:solidFill>
                  <a:srgbClr val="087E8B"/>
                </a:solidFill>
                <a:latin typeface="Arial"/>
                <a:ea typeface="Arial"/>
                <a:cs typeface="Arial"/>
              </a:defRPr>
            </a:lvl2pPr>
            <a:lvl3pPr algn="l">
              <a:defRPr sz="3075" b="1">
                <a:solidFill>
                  <a:srgbClr val="087E8B"/>
                </a:solidFill>
                <a:latin typeface="Arial"/>
                <a:ea typeface="Arial"/>
                <a:cs typeface="Arial"/>
              </a:defRPr>
            </a:lvl3pPr>
            <a:lvl4pPr algn="l">
              <a:defRPr sz="3075" b="1">
                <a:solidFill>
                  <a:srgbClr val="087E8B"/>
                </a:solidFill>
                <a:latin typeface="Arial"/>
                <a:ea typeface="Arial"/>
                <a:cs typeface="Arial"/>
              </a:defRPr>
            </a:lvl4pPr>
            <a:lvl5pPr algn="l">
              <a:defRPr sz="3075" b="1">
                <a:solidFill>
                  <a:srgbClr val="087E8B"/>
                </a:solidFill>
                <a:latin typeface="Arial"/>
                <a:ea typeface="Arial"/>
                <a:cs typeface="Arial"/>
              </a:defRPr>
            </a:lvl5pPr>
            <a:lvl6pPr algn="l">
              <a:defRPr sz="3075" b="1">
                <a:solidFill>
                  <a:srgbClr val="087E8B"/>
                </a:solidFill>
                <a:latin typeface="Arial"/>
                <a:ea typeface="Arial"/>
                <a:cs typeface="Arial"/>
              </a:defRPr>
            </a:lvl6pPr>
            <a:lvl7pPr algn="l">
              <a:defRPr sz="3075" b="1">
                <a:solidFill>
                  <a:srgbClr val="087E8B"/>
                </a:solidFill>
                <a:latin typeface="Arial"/>
                <a:ea typeface="Arial"/>
                <a:cs typeface="Arial"/>
              </a:defRPr>
            </a:lvl7pPr>
            <a:lvl8pPr algn="l">
              <a:defRPr sz="3075" b="1">
                <a:solidFill>
                  <a:srgbClr val="087E8B"/>
                </a:solidFill>
                <a:latin typeface="Arial"/>
                <a:ea typeface="Arial"/>
                <a:cs typeface="Arial"/>
              </a:defRPr>
            </a:lvl8pPr>
            <a:lvl9pPr algn="l">
              <a:defRPr sz="3075" b="1">
                <a:solidFill>
                  <a:srgbClr val="087E8B"/>
                </a:solidFill>
                <a:latin typeface="Arial"/>
                <a:ea typeface="Arial"/>
                <a:cs typeface="Arial"/>
              </a:defRPr>
            </a:lvl9pPr>
          </a:lstStyle>
          <a:p xmlns:a="http://schemas.openxmlformats.org/drawingml/2006/main">
            <a:pPr algn="l">
              <a:defRPr sz="3075" b="1">
                <a:solidFill>
                  <a:srgbClr val="087E8B"/>
                </a:solidFill>
                <a:latin typeface="Arial"/>
                <a:ea typeface="Arial"/>
                <a:cs typeface="Arial"/>
              </a:defRPr>
            </a:pPr>
            <a:r>
              <a:rPr sz="3075" b="1">
                <a:solidFill>
                  <a:srgbClr val="087E8B"/>
                </a:solidFill>
                <a:latin typeface="Arial"/>
                <a:ea typeface="Arial"/>
                <a:cs typeface="Arial"/>
              </a:rPr>
              <a:t>Final results must justify the investment case</a:t>
            </a:r>
          </a:p>
        </p:txBody>
      </p:sp>
      <p:sp>
        <p:nvSpPr>
          <p:cNvPr id="7" name="FE5209 paper-fund demonstration">
            <a:extLst xmlns:a="http://schemas.openxmlformats.org/drawingml/2006/main">
              <a:ext uri="{FF2B5EF4-FFF2-40B4-BE49-F238E27FC236}">
                <a16:creationId xmlns:a16="http://schemas.microsoft.com/office/drawing/2014/main" id="{DFA5EE99-6A1D-42EC-B53F-7BB509072D44}"/>
              </a:ext>
            </a:extLst>
          </p:cNvPr>
          <p:cNvSpPr>
            <a:spLocks xmlns:a="http://schemas.openxmlformats.org/drawingml/2006/main" noGrp="1"/>
          </p:cNvSpPr>
          <p:nvPr/>
        </p:nvSpPr>
        <p:spPr>
          <a:xfrm xmlns:a="http://schemas.openxmlformats.org/drawingml/2006/main">
            <a:off x="685800" y="5991225"/>
            <a:ext cx="10820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476"/>
                </a:solidFill>
                <a:latin typeface="Arial"/>
                <a:ea typeface="Arial"/>
                <a:cs typeface="Arial"/>
              </a:defRPr>
            </a:defPPr>
            <a:lvl1pPr algn="l">
              <a:defRPr sz="1800" b="0">
                <a:solidFill>
                  <a:srgbClr val="516476"/>
                </a:solidFill>
                <a:latin typeface="Arial"/>
                <a:ea typeface="Arial"/>
                <a:cs typeface="Arial"/>
              </a:defRPr>
            </a:lvl1pPr>
            <a:lvl2pPr algn="l">
              <a:defRPr sz="1800" b="0">
                <a:solidFill>
                  <a:srgbClr val="516476"/>
                </a:solidFill>
                <a:latin typeface="Arial"/>
                <a:ea typeface="Arial"/>
                <a:cs typeface="Arial"/>
              </a:defRPr>
            </a:lvl2pPr>
            <a:lvl3pPr algn="l">
              <a:defRPr sz="1800" b="0">
                <a:solidFill>
                  <a:srgbClr val="516476"/>
                </a:solidFill>
                <a:latin typeface="Arial"/>
                <a:ea typeface="Arial"/>
                <a:cs typeface="Arial"/>
              </a:defRPr>
            </a:lvl3pPr>
            <a:lvl4pPr algn="l">
              <a:defRPr sz="1800" b="0">
                <a:solidFill>
                  <a:srgbClr val="516476"/>
                </a:solidFill>
                <a:latin typeface="Arial"/>
                <a:ea typeface="Arial"/>
                <a:cs typeface="Arial"/>
              </a:defRPr>
            </a:lvl4pPr>
            <a:lvl5pPr algn="l">
              <a:defRPr sz="1800" b="0">
                <a:solidFill>
                  <a:srgbClr val="516476"/>
                </a:solidFill>
                <a:latin typeface="Arial"/>
                <a:ea typeface="Arial"/>
                <a:cs typeface="Arial"/>
              </a:defRPr>
            </a:lvl5pPr>
            <a:lvl6pPr algn="l">
              <a:defRPr sz="1800" b="0">
                <a:solidFill>
                  <a:srgbClr val="516476"/>
                </a:solidFill>
                <a:latin typeface="Arial"/>
                <a:ea typeface="Arial"/>
                <a:cs typeface="Arial"/>
              </a:defRPr>
            </a:lvl6pPr>
            <a:lvl7pPr algn="l">
              <a:defRPr sz="1800" b="0">
                <a:solidFill>
                  <a:srgbClr val="516476"/>
                </a:solidFill>
                <a:latin typeface="Arial"/>
                <a:ea typeface="Arial"/>
                <a:cs typeface="Arial"/>
              </a:defRPr>
            </a:lvl7pPr>
            <a:lvl8pPr algn="l">
              <a:defRPr sz="1800" b="0">
                <a:solidFill>
                  <a:srgbClr val="516476"/>
                </a:solidFill>
                <a:latin typeface="Arial"/>
                <a:ea typeface="Arial"/>
                <a:cs typeface="Arial"/>
              </a:defRPr>
            </a:lvl8pPr>
            <a:lvl9pPr algn="l">
              <a:defRPr sz="1800" b="0">
                <a:solidFill>
                  <a:srgbClr val="516476"/>
                </a:solidFill>
                <a:latin typeface="Arial"/>
                <a:ea typeface="Arial"/>
                <a:cs typeface="Arial"/>
              </a:defRPr>
            </a:lvl9pPr>
          </a:lstStyle>
          <a:p xmlns:a="http://schemas.openxmlformats.org/drawingml/2006/main">
            <a:pPr algn="l">
              <a:defRPr sz="1800" b="0">
                <a:solidFill>
                  <a:srgbClr val="516476"/>
                </a:solidFill>
                <a:latin typeface="Arial"/>
                <a:ea typeface="Arial"/>
                <a:cs typeface="Arial"/>
              </a:defRPr>
            </a:pPr>
            <a:r>
              <a:rPr sz="1800" b="0">
                <a:solidFill>
                  <a:srgbClr val="516476"/>
                </a:solidFill>
                <a:latin typeface="Arial"/>
                <a:ea typeface="Arial"/>
                <a:cs typeface="Arial"/>
              </a:rPr>
              <a:t>FE5209 paper-fund demonstration</a:t>
            </a:r>
          </a:p>
        </p:txBody>
      </p:sp>
    </p:spTree>
    <p:extLst>
      <p:ext uri="{BB962C8B-B14F-4D97-AF65-F5344CB8AC3E}">
        <p14:creationId xmlns:p14="http://schemas.microsoft.com/office/powerpoint/2010/main" val="78391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2026-10-17T05:21:47.6590000Z</dcterms:created>
  <dcterms:modified xsi:type="dcterms:W3CDTF">2026-10-17T05:21:47.6590000Z</dcterms:modified>
</coreProperties>
</file>